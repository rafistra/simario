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6" r:id="rId5"/>
    <p:sldMasterId id="2147483678" r:id="rId6"/>
  </p:sldMasterIdLst>
  <p:notesMasterIdLst>
    <p:notesMasterId r:id="rId87"/>
  </p:notesMasterIdLst>
  <p:sldIdLst>
    <p:sldId id="2147374867" r:id="rId7"/>
    <p:sldId id="2147374877" r:id="rId8"/>
    <p:sldId id="2147375040" r:id="rId9"/>
    <p:sldId id="2147374864" r:id="rId10"/>
    <p:sldId id="2147375056" r:id="rId11"/>
    <p:sldId id="2147375036" r:id="rId12"/>
    <p:sldId id="2147375038" r:id="rId13"/>
    <p:sldId id="2147375100" r:id="rId14"/>
    <p:sldId id="2147375037" r:id="rId15"/>
    <p:sldId id="2147375039" r:id="rId16"/>
    <p:sldId id="2147375062" r:id="rId17"/>
    <p:sldId id="2147375063" r:id="rId18"/>
    <p:sldId id="2147375064" r:id="rId19"/>
    <p:sldId id="2147375065" r:id="rId20"/>
    <p:sldId id="2147375066" r:id="rId21"/>
    <p:sldId id="2147375067" r:id="rId22"/>
    <p:sldId id="2147375068" r:id="rId23"/>
    <p:sldId id="2147375069" r:id="rId24"/>
    <p:sldId id="2147375070" r:id="rId25"/>
    <p:sldId id="2147375071" r:id="rId26"/>
    <p:sldId id="2147375072" r:id="rId27"/>
    <p:sldId id="2147375073" r:id="rId28"/>
    <p:sldId id="2147375074" r:id="rId29"/>
    <p:sldId id="2147375075" r:id="rId30"/>
    <p:sldId id="2147375076" r:id="rId31"/>
    <p:sldId id="2147375077" r:id="rId32"/>
    <p:sldId id="2147375078" r:id="rId33"/>
    <p:sldId id="2147374969" r:id="rId34"/>
    <p:sldId id="2147374981" r:id="rId35"/>
    <p:sldId id="2147375001" r:id="rId36"/>
    <p:sldId id="2147375050" r:id="rId37"/>
    <p:sldId id="2147375002" r:id="rId38"/>
    <p:sldId id="2147375044" r:id="rId39"/>
    <p:sldId id="2147375004" r:id="rId40"/>
    <p:sldId id="2147375012" r:id="rId41"/>
    <p:sldId id="2147375013" r:id="rId42"/>
    <p:sldId id="2147375014" r:id="rId43"/>
    <p:sldId id="2147375018" r:id="rId44"/>
    <p:sldId id="2147375019" r:id="rId45"/>
    <p:sldId id="2147375020" r:id="rId46"/>
    <p:sldId id="2147375005" r:id="rId47"/>
    <p:sldId id="2147375021" r:id="rId48"/>
    <p:sldId id="2147375006" r:id="rId49"/>
    <p:sldId id="2147375022" r:id="rId50"/>
    <p:sldId id="2147375042" r:id="rId51"/>
    <p:sldId id="2147375007" r:id="rId52"/>
    <p:sldId id="2147375023" r:id="rId53"/>
    <p:sldId id="2147375041" r:id="rId54"/>
    <p:sldId id="2147375027" r:id="rId55"/>
    <p:sldId id="2147375028" r:id="rId56"/>
    <p:sldId id="2147375029" r:id="rId57"/>
    <p:sldId id="2147374970" r:id="rId58"/>
    <p:sldId id="2147374982" r:id="rId59"/>
    <p:sldId id="2147375031" r:id="rId60"/>
    <p:sldId id="2147375032" r:id="rId61"/>
    <p:sldId id="2147375033" r:id="rId62"/>
    <p:sldId id="2147375087" r:id="rId63"/>
    <p:sldId id="2147375051" r:id="rId64"/>
    <p:sldId id="2147375052" r:id="rId65"/>
    <p:sldId id="2147375053" r:id="rId66"/>
    <p:sldId id="2147375054" r:id="rId67"/>
    <p:sldId id="2147375055" r:id="rId68"/>
    <p:sldId id="2147375046" r:id="rId69"/>
    <p:sldId id="2147375047" r:id="rId70"/>
    <p:sldId id="2147375015" r:id="rId71"/>
    <p:sldId id="2147375016" r:id="rId72"/>
    <p:sldId id="2147375017" r:id="rId73"/>
    <p:sldId id="2147375096" r:id="rId74"/>
    <p:sldId id="2147375103" r:id="rId75"/>
    <p:sldId id="2147375097" r:id="rId76"/>
    <p:sldId id="2147375104" r:id="rId77"/>
    <p:sldId id="2147375098" r:id="rId78"/>
    <p:sldId id="2147375102" r:id="rId79"/>
    <p:sldId id="2147375101" r:id="rId80"/>
    <p:sldId id="2147375057" r:id="rId81"/>
    <p:sldId id="2147375058" r:id="rId82"/>
    <p:sldId id="2147375059" r:id="rId83"/>
    <p:sldId id="2147375060" r:id="rId84"/>
    <p:sldId id="2147375061" r:id="rId85"/>
    <p:sldId id="2147374875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8E8"/>
    <a:srgbClr val="D1B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E24905-E85E-48A4-920F-632DB0CD5653}" v="20" dt="2026-10-08T09:44:04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89886" autoAdjust="0"/>
  </p:normalViewPr>
  <p:slideViewPr>
    <p:cSldViewPr snapToGrid="0">
      <p:cViewPr varScale="1">
        <p:scale>
          <a:sx n="57" d="100"/>
          <a:sy n="57" d="100"/>
        </p:scale>
        <p:origin x="7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viewProps" Target="viewProp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2.xml"/><Relationship Id="rId90" Type="http://schemas.openxmlformats.org/officeDocument/2006/relationships/theme" Target="theme/theme1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ffice ikn" userId="ad30e72e02479094" providerId="LiveId" clId="{4EBA93A5-F8B9-4F4A-AA0C-63C9C82BB2A5}"/>
    <pc:docChg chg="undo custSel addSld delSld modSld sldOrd">
      <pc:chgData name="office ikn" userId="ad30e72e02479094" providerId="LiveId" clId="{4EBA93A5-F8B9-4F4A-AA0C-63C9C82BB2A5}" dt="2026-10-08T11:00:46.823" v="16414" actId="20577"/>
      <pc:docMkLst>
        <pc:docMk/>
      </pc:docMkLst>
      <pc:sldChg chg="modSp mod">
        <pc:chgData name="office ikn" userId="ad30e72e02479094" providerId="LiveId" clId="{4EBA93A5-F8B9-4F4A-AA0C-63C9C82BB2A5}" dt="2026-10-08T05:18:12.622" v="13902" actId="20577"/>
        <pc:sldMkLst>
          <pc:docMk/>
          <pc:sldMk cId="0" sldId="2147374867"/>
        </pc:sldMkLst>
        <pc:spChg chg="mod">
          <ac:chgData name="office ikn" userId="ad30e72e02479094" providerId="LiveId" clId="{4EBA93A5-F8B9-4F4A-AA0C-63C9C82BB2A5}" dt="2026-10-08T05:18:12.622" v="13902" actId="20577"/>
          <ac:spMkLst>
            <pc:docMk/>
            <pc:sldMk cId="0" sldId="2147374867"/>
            <ac:spMk id="5" creationId="{247E72F5-DA81-2B17-D352-F9851C234419}"/>
          </ac:spMkLst>
        </pc:spChg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1750530246" sldId="2147374915"/>
        </pc:sldMkLst>
      </pc:sldChg>
      <pc:sldChg chg="del">
        <pc:chgData name="office ikn" userId="ad30e72e02479094" providerId="LiveId" clId="{4EBA93A5-F8B9-4F4A-AA0C-63C9C82BB2A5}" dt="2026-10-08T00:47:36.693" v="11576" actId="47"/>
        <pc:sldMkLst>
          <pc:docMk/>
          <pc:sldMk cId="3376550109" sldId="2147374967"/>
        </pc:sldMkLst>
      </pc:sldChg>
      <pc:sldChg chg="add del">
        <pc:chgData name="office ikn" userId="ad30e72e02479094" providerId="LiveId" clId="{4EBA93A5-F8B9-4F4A-AA0C-63C9C82BB2A5}" dt="2026-10-08T00:52:23.896" v="11578"/>
        <pc:sldMkLst>
          <pc:docMk/>
          <pc:sldMk cId="2494281059" sldId="2147374969"/>
        </pc:sldMkLst>
      </pc:sldChg>
      <pc:sldChg chg="add del">
        <pc:chgData name="office ikn" userId="ad30e72e02479094" providerId="LiveId" clId="{4EBA93A5-F8B9-4F4A-AA0C-63C9C82BB2A5}" dt="2026-10-08T00:54:50.823" v="11581"/>
        <pc:sldMkLst>
          <pc:docMk/>
          <pc:sldMk cId="1885037920" sldId="2147374970"/>
        </pc:sldMkLst>
      </pc:sldChg>
      <pc:sldChg chg="add del">
        <pc:chgData name="office ikn" userId="ad30e72e02479094" providerId="LiveId" clId="{4EBA93A5-F8B9-4F4A-AA0C-63C9C82BB2A5}" dt="2026-10-08T00:58:16.981" v="11585" actId="2696"/>
        <pc:sldMkLst>
          <pc:docMk/>
          <pc:sldMk cId="1996529792" sldId="2147374978"/>
        </pc:sldMkLst>
      </pc:sldChg>
      <pc:sldChg chg="add del">
        <pc:chgData name="office ikn" userId="ad30e72e02479094" providerId="LiveId" clId="{4EBA93A5-F8B9-4F4A-AA0C-63C9C82BB2A5}" dt="2026-10-08T00:58:20.426" v="11586" actId="2696"/>
        <pc:sldMkLst>
          <pc:docMk/>
          <pc:sldMk cId="2529421362" sldId="2147374979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3016303276" sldId="2147374980"/>
        </pc:sldMkLst>
      </pc:sldChg>
      <pc:sldChg chg="modSp add del mod">
        <pc:chgData name="office ikn" userId="ad30e72e02479094" providerId="LiveId" clId="{4EBA93A5-F8B9-4F4A-AA0C-63C9C82BB2A5}" dt="2026-10-08T06:55:34.675" v="14297" actId="113"/>
        <pc:sldMkLst>
          <pc:docMk/>
          <pc:sldMk cId="2692434775" sldId="2147374981"/>
        </pc:sldMkLst>
        <pc:spChg chg="mod">
          <ac:chgData name="office ikn" userId="ad30e72e02479094" providerId="LiveId" clId="{4EBA93A5-F8B9-4F4A-AA0C-63C9C82BB2A5}" dt="2026-10-08T02:36:39.867" v="13200" actId="20577"/>
          <ac:spMkLst>
            <pc:docMk/>
            <pc:sldMk cId="2692434775" sldId="2147374981"/>
            <ac:spMk id="2" creationId="{33F31A2D-B31F-F48B-7614-42EC4B5F7881}"/>
          </ac:spMkLst>
        </pc:spChg>
        <pc:graphicFrameChg chg="modGraphic">
          <ac:chgData name="office ikn" userId="ad30e72e02479094" providerId="LiveId" clId="{4EBA93A5-F8B9-4F4A-AA0C-63C9C82BB2A5}" dt="2026-10-08T06:55:34.675" v="14297" actId="113"/>
          <ac:graphicFrameMkLst>
            <pc:docMk/>
            <pc:sldMk cId="2692434775" sldId="2147374981"/>
            <ac:graphicFrameMk id="6" creationId="{284AA7EA-58BF-7C56-9BA4-F470D7AFD53F}"/>
          </ac:graphicFrameMkLst>
        </pc:graphicFrameChg>
      </pc:sldChg>
      <pc:sldChg chg="modSp add del mod">
        <pc:chgData name="office ikn" userId="ad30e72e02479094" providerId="LiveId" clId="{4EBA93A5-F8B9-4F4A-AA0C-63C9C82BB2A5}" dt="2026-10-08T06:55:55.064" v="14298" actId="113"/>
        <pc:sldMkLst>
          <pc:docMk/>
          <pc:sldMk cId="3362908878" sldId="2147374982"/>
        </pc:sldMkLst>
        <pc:graphicFrameChg chg="modGraphic">
          <ac:chgData name="office ikn" userId="ad30e72e02479094" providerId="LiveId" clId="{4EBA93A5-F8B9-4F4A-AA0C-63C9C82BB2A5}" dt="2026-10-08T06:55:55.064" v="14298" actId="113"/>
          <ac:graphicFrameMkLst>
            <pc:docMk/>
            <pc:sldMk cId="3362908878" sldId="2147374982"/>
            <ac:graphicFrameMk id="5" creationId="{8C7BB6DD-766C-7F07-2152-02C94FF7FFC2}"/>
          </ac:graphicFrameMkLst>
        </pc:graphicFrameChg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3315971495" sldId="2147374987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2232531414" sldId="2147374988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808623605" sldId="2147374990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1914817549" sldId="2147374991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463283333" sldId="2147374992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1650794623" sldId="2147374993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1882243619" sldId="2147374994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870388545" sldId="2147374995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961221864" sldId="2147374996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2801817578" sldId="2147374997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3268073825" sldId="2147374998"/>
        </pc:sldMkLst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1456395591" sldId="2147374999"/>
        </pc:sldMkLst>
      </pc:sldChg>
      <pc:sldChg chg="modSp add del mod">
        <pc:chgData name="office ikn" userId="ad30e72e02479094" providerId="LiveId" clId="{4EBA93A5-F8B9-4F4A-AA0C-63C9C82BB2A5}" dt="2026-10-08T01:12:02.869" v="11718" actId="5793"/>
        <pc:sldMkLst>
          <pc:docMk/>
          <pc:sldMk cId="886849820" sldId="2147375001"/>
        </pc:sldMkLst>
        <pc:spChg chg="mod">
          <ac:chgData name="office ikn" userId="ad30e72e02479094" providerId="LiveId" clId="{4EBA93A5-F8B9-4F4A-AA0C-63C9C82BB2A5}" dt="2026-10-08T01:12:02.869" v="11718" actId="5793"/>
          <ac:spMkLst>
            <pc:docMk/>
            <pc:sldMk cId="886849820" sldId="2147375001"/>
            <ac:spMk id="8" creationId="{8DC7CA8A-8595-C666-10CC-EBFE5131CBDA}"/>
          </ac:spMkLst>
        </pc:spChg>
      </pc:sldChg>
      <pc:sldChg chg="modSp add del mod">
        <pc:chgData name="office ikn" userId="ad30e72e02479094" providerId="LiveId" clId="{4EBA93A5-F8B9-4F4A-AA0C-63C9C82BB2A5}" dt="2026-10-08T01:12:19.354" v="11736" actId="5793"/>
        <pc:sldMkLst>
          <pc:docMk/>
          <pc:sldMk cId="2989840550" sldId="2147375002"/>
        </pc:sldMkLst>
        <pc:spChg chg="mod">
          <ac:chgData name="office ikn" userId="ad30e72e02479094" providerId="LiveId" clId="{4EBA93A5-F8B9-4F4A-AA0C-63C9C82BB2A5}" dt="2026-10-08T01:12:19.354" v="11736" actId="5793"/>
          <ac:spMkLst>
            <pc:docMk/>
            <pc:sldMk cId="2989840550" sldId="2147375002"/>
            <ac:spMk id="8" creationId="{07BB96C5-4E92-310E-06F5-7F46CA9761D8}"/>
          </ac:spMkLst>
        </pc:spChg>
      </pc:sldChg>
      <pc:sldChg chg="modSp add del mod">
        <pc:chgData name="office ikn" userId="ad30e72e02479094" providerId="LiveId" clId="{4EBA93A5-F8B9-4F4A-AA0C-63C9C82BB2A5}" dt="2026-10-08T01:12:35.128" v="11754" actId="5793"/>
        <pc:sldMkLst>
          <pc:docMk/>
          <pc:sldMk cId="1041193481" sldId="2147375004"/>
        </pc:sldMkLst>
        <pc:spChg chg="mod">
          <ac:chgData name="office ikn" userId="ad30e72e02479094" providerId="LiveId" clId="{4EBA93A5-F8B9-4F4A-AA0C-63C9C82BB2A5}" dt="2026-10-08T01:12:35.128" v="11754" actId="5793"/>
          <ac:spMkLst>
            <pc:docMk/>
            <pc:sldMk cId="1041193481" sldId="2147375004"/>
            <ac:spMk id="8" creationId="{3401361C-6265-CB19-A38D-1BB8E16D159A}"/>
          </ac:spMkLst>
        </pc:spChg>
      </pc:sldChg>
      <pc:sldChg chg="modSp add del mod">
        <pc:chgData name="office ikn" userId="ad30e72e02479094" providerId="LiveId" clId="{4EBA93A5-F8B9-4F4A-AA0C-63C9C82BB2A5}" dt="2026-10-08T01:13:19.675" v="11809" actId="5793"/>
        <pc:sldMkLst>
          <pc:docMk/>
          <pc:sldMk cId="285453420" sldId="2147375005"/>
        </pc:sldMkLst>
        <pc:spChg chg="mod">
          <ac:chgData name="office ikn" userId="ad30e72e02479094" providerId="LiveId" clId="{4EBA93A5-F8B9-4F4A-AA0C-63C9C82BB2A5}" dt="2026-10-08T01:13:19.675" v="11809" actId="5793"/>
          <ac:spMkLst>
            <pc:docMk/>
            <pc:sldMk cId="285453420" sldId="2147375005"/>
            <ac:spMk id="8" creationId="{815AC694-206E-A86C-6449-4DD76A831415}"/>
          </ac:spMkLst>
        </pc:spChg>
      </pc:sldChg>
      <pc:sldChg chg="modSp add del mod">
        <pc:chgData name="office ikn" userId="ad30e72e02479094" providerId="LiveId" clId="{4EBA93A5-F8B9-4F4A-AA0C-63C9C82BB2A5}" dt="2026-10-08T01:13:33.231" v="11823" actId="5793"/>
        <pc:sldMkLst>
          <pc:docMk/>
          <pc:sldMk cId="1936949705" sldId="2147375006"/>
        </pc:sldMkLst>
        <pc:spChg chg="mod">
          <ac:chgData name="office ikn" userId="ad30e72e02479094" providerId="LiveId" clId="{4EBA93A5-F8B9-4F4A-AA0C-63C9C82BB2A5}" dt="2026-10-08T01:13:33.231" v="11823" actId="5793"/>
          <ac:spMkLst>
            <pc:docMk/>
            <pc:sldMk cId="1936949705" sldId="2147375006"/>
            <ac:spMk id="8" creationId="{E49B6442-5622-8D9E-DD24-0FF87BEF26F7}"/>
          </ac:spMkLst>
        </pc:spChg>
      </pc:sldChg>
      <pc:sldChg chg="modSp add del mod">
        <pc:chgData name="office ikn" userId="ad30e72e02479094" providerId="LiveId" clId="{4EBA93A5-F8B9-4F4A-AA0C-63C9C82BB2A5}" dt="2026-10-08T10:53:11.923" v="16393" actId="5793"/>
        <pc:sldMkLst>
          <pc:docMk/>
          <pc:sldMk cId="2420526213" sldId="2147375007"/>
        </pc:sldMkLst>
        <pc:spChg chg="mod">
          <ac:chgData name="office ikn" userId="ad30e72e02479094" providerId="LiveId" clId="{4EBA93A5-F8B9-4F4A-AA0C-63C9C82BB2A5}" dt="2026-10-08T10:53:11.923" v="16393" actId="5793"/>
          <ac:spMkLst>
            <pc:docMk/>
            <pc:sldMk cId="2420526213" sldId="2147375007"/>
            <ac:spMk id="8" creationId="{864C6EBE-3186-7FE6-386F-EADD4326D253}"/>
          </ac:spMkLst>
        </pc:spChg>
      </pc:sldChg>
      <pc:sldChg chg="modSp add del mod">
        <pc:chgData name="office ikn" userId="ad30e72e02479094" providerId="LiveId" clId="{4EBA93A5-F8B9-4F4A-AA0C-63C9C82BB2A5}" dt="2026-10-08T01:12:42.119" v="11763" actId="5793"/>
        <pc:sldMkLst>
          <pc:docMk/>
          <pc:sldMk cId="2318772744" sldId="2147375012"/>
        </pc:sldMkLst>
        <pc:spChg chg="mod">
          <ac:chgData name="office ikn" userId="ad30e72e02479094" providerId="LiveId" clId="{4EBA93A5-F8B9-4F4A-AA0C-63C9C82BB2A5}" dt="2026-10-08T01:12:42.119" v="11763" actId="5793"/>
          <ac:spMkLst>
            <pc:docMk/>
            <pc:sldMk cId="2318772744" sldId="2147375012"/>
            <ac:spMk id="8" creationId="{B3F02D09-9720-C6F9-65F5-D41359A4BF4E}"/>
          </ac:spMkLst>
        </pc:spChg>
      </pc:sldChg>
      <pc:sldChg chg="modSp add del mod">
        <pc:chgData name="office ikn" userId="ad30e72e02479094" providerId="LiveId" clId="{4EBA93A5-F8B9-4F4A-AA0C-63C9C82BB2A5}" dt="2026-10-08T01:12:48.190" v="11772" actId="5793"/>
        <pc:sldMkLst>
          <pc:docMk/>
          <pc:sldMk cId="2537659752" sldId="2147375013"/>
        </pc:sldMkLst>
        <pc:spChg chg="mod">
          <ac:chgData name="office ikn" userId="ad30e72e02479094" providerId="LiveId" clId="{4EBA93A5-F8B9-4F4A-AA0C-63C9C82BB2A5}" dt="2026-10-08T01:12:48.190" v="11772" actId="5793"/>
          <ac:spMkLst>
            <pc:docMk/>
            <pc:sldMk cId="2537659752" sldId="2147375013"/>
            <ac:spMk id="8" creationId="{0EE6F893-0005-39F3-B7A1-B75A5CAE7B61}"/>
          </ac:spMkLst>
        </pc:spChg>
      </pc:sldChg>
      <pc:sldChg chg="modSp add del mod">
        <pc:chgData name="office ikn" userId="ad30e72e02479094" providerId="LiveId" clId="{4EBA93A5-F8B9-4F4A-AA0C-63C9C82BB2A5}" dt="2026-10-08T01:12:54.029" v="11779" actId="5793"/>
        <pc:sldMkLst>
          <pc:docMk/>
          <pc:sldMk cId="434264912" sldId="2147375014"/>
        </pc:sldMkLst>
        <pc:spChg chg="mod">
          <ac:chgData name="office ikn" userId="ad30e72e02479094" providerId="LiveId" clId="{4EBA93A5-F8B9-4F4A-AA0C-63C9C82BB2A5}" dt="2026-10-08T01:12:54.029" v="11779" actId="5793"/>
          <ac:spMkLst>
            <pc:docMk/>
            <pc:sldMk cId="434264912" sldId="2147375014"/>
            <ac:spMk id="8" creationId="{C1FE7932-C7CE-4621-0959-A8A32B20DA08}"/>
          </ac:spMkLst>
        </pc:spChg>
      </pc:sldChg>
      <pc:sldChg chg="modSp add del mod">
        <pc:chgData name="office ikn" userId="ad30e72e02479094" providerId="LiveId" clId="{4EBA93A5-F8B9-4F4A-AA0C-63C9C82BB2A5}" dt="2026-10-08T01:18:53.299" v="11920" actId="5793"/>
        <pc:sldMkLst>
          <pc:docMk/>
          <pc:sldMk cId="4092384730" sldId="2147375015"/>
        </pc:sldMkLst>
        <pc:spChg chg="mod">
          <ac:chgData name="office ikn" userId="ad30e72e02479094" providerId="LiveId" clId="{4EBA93A5-F8B9-4F4A-AA0C-63C9C82BB2A5}" dt="2026-10-08T01:18:53.299" v="11920" actId="5793"/>
          <ac:spMkLst>
            <pc:docMk/>
            <pc:sldMk cId="4092384730" sldId="2147375015"/>
            <ac:spMk id="10" creationId="{F66B2B74-69E7-3516-5979-2859B6DBB8BF}"/>
          </ac:spMkLst>
        </pc:spChg>
      </pc:sldChg>
      <pc:sldChg chg="modSp add del mod">
        <pc:chgData name="office ikn" userId="ad30e72e02479094" providerId="LiveId" clId="{4EBA93A5-F8B9-4F4A-AA0C-63C9C82BB2A5}" dt="2026-10-08T01:19:03.845" v="11925" actId="5793"/>
        <pc:sldMkLst>
          <pc:docMk/>
          <pc:sldMk cId="3525289717" sldId="2147375016"/>
        </pc:sldMkLst>
        <pc:spChg chg="mod">
          <ac:chgData name="office ikn" userId="ad30e72e02479094" providerId="LiveId" clId="{4EBA93A5-F8B9-4F4A-AA0C-63C9C82BB2A5}" dt="2026-10-08T01:19:03.845" v="11925" actId="5793"/>
          <ac:spMkLst>
            <pc:docMk/>
            <pc:sldMk cId="3525289717" sldId="2147375016"/>
            <ac:spMk id="8" creationId="{467C3D0B-A225-9D01-AA86-13A186C3DBC2}"/>
          </ac:spMkLst>
        </pc:spChg>
      </pc:sldChg>
      <pc:sldChg chg="modSp add del mod">
        <pc:chgData name="office ikn" userId="ad30e72e02479094" providerId="LiveId" clId="{4EBA93A5-F8B9-4F4A-AA0C-63C9C82BB2A5}" dt="2026-10-08T06:54:04.778" v="14295" actId="20577"/>
        <pc:sldMkLst>
          <pc:docMk/>
          <pc:sldMk cId="77620081" sldId="2147375017"/>
        </pc:sldMkLst>
        <pc:spChg chg="mod">
          <ac:chgData name="office ikn" userId="ad30e72e02479094" providerId="LiveId" clId="{4EBA93A5-F8B9-4F4A-AA0C-63C9C82BB2A5}" dt="2026-10-08T01:19:23.206" v="11930" actId="5793"/>
          <ac:spMkLst>
            <pc:docMk/>
            <pc:sldMk cId="77620081" sldId="2147375017"/>
            <ac:spMk id="8" creationId="{BB5787F3-9296-F923-BA41-B42C5CFEB525}"/>
          </ac:spMkLst>
        </pc:spChg>
        <pc:graphicFrameChg chg="modGraphic">
          <ac:chgData name="office ikn" userId="ad30e72e02479094" providerId="LiveId" clId="{4EBA93A5-F8B9-4F4A-AA0C-63C9C82BB2A5}" dt="2026-10-08T06:54:04.778" v="14295" actId="20577"/>
          <ac:graphicFrameMkLst>
            <pc:docMk/>
            <pc:sldMk cId="77620081" sldId="2147375017"/>
            <ac:graphicFrameMk id="9" creationId="{1DEF3444-3602-1E8C-63EB-6B2B9C395D2D}"/>
          </ac:graphicFrameMkLst>
        </pc:graphicFrameChg>
      </pc:sldChg>
      <pc:sldChg chg="modSp add del mod">
        <pc:chgData name="office ikn" userId="ad30e72e02479094" providerId="LiveId" clId="{4EBA93A5-F8B9-4F4A-AA0C-63C9C82BB2A5}" dt="2026-10-08T01:13:01.765" v="11788" actId="5793"/>
        <pc:sldMkLst>
          <pc:docMk/>
          <pc:sldMk cId="3619525214" sldId="2147375018"/>
        </pc:sldMkLst>
        <pc:spChg chg="mod">
          <ac:chgData name="office ikn" userId="ad30e72e02479094" providerId="LiveId" clId="{4EBA93A5-F8B9-4F4A-AA0C-63C9C82BB2A5}" dt="2026-10-08T01:13:01.765" v="11788" actId="5793"/>
          <ac:spMkLst>
            <pc:docMk/>
            <pc:sldMk cId="3619525214" sldId="2147375018"/>
            <ac:spMk id="8" creationId="{4C6FA9D6-0F3A-F571-8C58-0E2E52D3CF4F}"/>
          </ac:spMkLst>
        </pc:spChg>
      </pc:sldChg>
      <pc:sldChg chg="modSp add del mod">
        <pc:chgData name="office ikn" userId="ad30e72e02479094" providerId="LiveId" clId="{4EBA93A5-F8B9-4F4A-AA0C-63C9C82BB2A5}" dt="2026-10-08T01:13:07.922" v="11795" actId="5793"/>
        <pc:sldMkLst>
          <pc:docMk/>
          <pc:sldMk cId="905813829" sldId="2147375019"/>
        </pc:sldMkLst>
        <pc:spChg chg="mod">
          <ac:chgData name="office ikn" userId="ad30e72e02479094" providerId="LiveId" clId="{4EBA93A5-F8B9-4F4A-AA0C-63C9C82BB2A5}" dt="2026-10-08T01:13:07.922" v="11795" actId="5793"/>
          <ac:spMkLst>
            <pc:docMk/>
            <pc:sldMk cId="905813829" sldId="2147375019"/>
            <ac:spMk id="8" creationId="{661F86CC-F233-009F-B8C3-A3D4A23ECB64}"/>
          </ac:spMkLst>
        </pc:spChg>
      </pc:sldChg>
      <pc:sldChg chg="modSp add del mod">
        <pc:chgData name="office ikn" userId="ad30e72e02479094" providerId="LiveId" clId="{4EBA93A5-F8B9-4F4A-AA0C-63C9C82BB2A5}" dt="2026-10-08T01:13:13.084" v="11802" actId="5793"/>
        <pc:sldMkLst>
          <pc:docMk/>
          <pc:sldMk cId="1889202606" sldId="2147375020"/>
        </pc:sldMkLst>
        <pc:spChg chg="mod">
          <ac:chgData name="office ikn" userId="ad30e72e02479094" providerId="LiveId" clId="{4EBA93A5-F8B9-4F4A-AA0C-63C9C82BB2A5}" dt="2026-10-08T01:13:13.084" v="11802" actId="5793"/>
          <ac:spMkLst>
            <pc:docMk/>
            <pc:sldMk cId="1889202606" sldId="2147375020"/>
            <ac:spMk id="8" creationId="{C359FC3B-CA41-587B-9164-063DE45114C1}"/>
          </ac:spMkLst>
        </pc:spChg>
      </pc:sldChg>
      <pc:sldChg chg="modSp add del mod">
        <pc:chgData name="office ikn" userId="ad30e72e02479094" providerId="LiveId" clId="{4EBA93A5-F8B9-4F4A-AA0C-63C9C82BB2A5}" dt="2026-10-08T01:13:25.847" v="11816" actId="5793"/>
        <pc:sldMkLst>
          <pc:docMk/>
          <pc:sldMk cId="2677692584" sldId="2147375021"/>
        </pc:sldMkLst>
        <pc:spChg chg="mod">
          <ac:chgData name="office ikn" userId="ad30e72e02479094" providerId="LiveId" clId="{4EBA93A5-F8B9-4F4A-AA0C-63C9C82BB2A5}" dt="2026-10-08T01:13:25.847" v="11816" actId="5793"/>
          <ac:spMkLst>
            <pc:docMk/>
            <pc:sldMk cId="2677692584" sldId="2147375021"/>
            <ac:spMk id="8" creationId="{4599211A-C89A-AC23-95D4-D24506C945CD}"/>
          </ac:spMkLst>
        </pc:spChg>
      </pc:sldChg>
      <pc:sldChg chg="modSp add del mod">
        <pc:chgData name="office ikn" userId="ad30e72e02479094" providerId="LiveId" clId="{4EBA93A5-F8B9-4F4A-AA0C-63C9C82BB2A5}" dt="2026-10-08T01:16:34.841" v="11832" actId="5793"/>
        <pc:sldMkLst>
          <pc:docMk/>
          <pc:sldMk cId="773297543" sldId="2147375022"/>
        </pc:sldMkLst>
        <pc:spChg chg="mod">
          <ac:chgData name="office ikn" userId="ad30e72e02479094" providerId="LiveId" clId="{4EBA93A5-F8B9-4F4A-AA0C-63C9C82BB2A5}" dt="2026-10-08T01:16:34.841" v="11832" actId="5793"/>
          <ac:spMkLst>
            <pc:docMk/>
            <pc:sldMk cId="773297543" sldId="2147375022"/>
            <ac:spMk id="8" creationId="{60DCE8EE-76AE-E0E8-A10C-F581EA7690F9}"/>
          </ac:spMkLst>
        </pc:spChg>
      </pc:sldChg>
      <pc:sldChg chg="modSp add del mod">
        <pc:chgData name="office ikn" userId="ad30e72e02479094" providerId="LiveId" clId="{4EBA93A5-F8B9-4F4A-AA0C-63C9C82BB2A5}" dt="2026-10-08T01:16:54.462" v="11846" actId="5793"/>
        <pc:sldMkLst>
          <pc:docMk/>
          <pc:sldMk cId="2719914957" sldId="2147375023"/>
        </pc:sldMkLst>
        <pc:spChg chg="mod">
          <ac:chgData name="office ikn" userId="ad30e72e02479094" providerId="LiveId" clId="{4EBA93A5-F8B9-4F4A-AA0C-63C9C82BB2A5}" dt="2026-10-08T01:16:54.462" v="11846" actId="5793"/>
          <ac:spMkLst>
            <pc:docMk/>
            <pc:sldMk cId="2719914957" sldId="2147375023"/>
            <ac:spMk id="8" creationId="{508687DD-3071-7256-37A0-60912410A33E}"/>
          </ac:spMkLst>
        </pc:spChg>
      </pc:sldChg>
      <pc:sldChg chg="modSp add del mod">
        <pc:chgData name="office ikn" userId="ad30e72e02479094" providerId="LiveId" clId="{4EBA93A5-F8B9-4F4A-AA0C-63C9C82BB2A5}" dt="2026-10-08T01:17:07.955" v="11860" actId="5793"/>
        <pc:sldMkLst>
          <pc:docMk/>
          <pc:sldMk cId="372754070" sldId="2147375027"/>
        </pc:sldMkLst>
        <pc:spChg chg="mod">
          <ac:chgData name="office ikn" userId="ad30e72e02479094" providerId="LiveId" clId="{4EBA93A5-F8B9-4F4A-AA0C-63C9C82BB2A5}" dt="2026-10-08T01:17:07.955" v="11860" actId="5793"/>
          <ac:spMkLst>
            <pc:docMk/>
            <pc:sldMk cId="372754070" sldId="2147375027"/>
            <ac:spMk id="8" creationId="{10DD9306-6E11-5805-3C29-92DAD78E3F4E}"/>
          </ac:spMkLst>
        </pc:spChg>
      </pc:sldChg>
      <pc:sldChg chg="modSp add del mod">
        <pc:chgData name="office ikn" userId="ad30e72e02479094" providerId="LiveId" clId="{4EBA93A5-F8B9-4F4A-AA0C-63C9C82BB2A5}" dt="2026-10-08T06:51:48.456" v="14286" actId="400"/>
        <pc:sldMkLst>
          <pc:docMk/>
          <pc:sldMk cId="3618273044" sldId="2147375028"/>
        </pc:sldMkLst>
        <pc:spChg chg="mod">
          <ac:chgData name="office ikn" userId="ad30e72e02479094" providerId="LiveId" clId="{4EBA93A5-F8B9-4F4A-AA0C-63C9C82BB2A5}" dt="2026-10-08T01:17:14.069" v="11867" actId="5793"/>
          <ac:spMkLst>
            <pc:docMk/>
            <pc:sldMk cId="3618273044" sldId="2147375028"/>
            <ac:spMk id="8" creationId="{1C8A2472-2A76-C54C-810E-F1B7441EF386}"/>
          </ac:spMkLst>
        </pc:spChg>
        <pc:graphicFrameChg chg="modGraphic">
          <ac:chgData name="office ikn" userId="ad30e72e02479094" providerId="LiveId" clId="{4EBA93A5-F8B9-4F4A-AA0C-63C9C82BB2A5}" dt="2026-10-08T06:51:48.456" v="14286" actId="400"/>
          <ac:graphicFrameMkLst>
            <pc:docMk/>
            <pc:sldMk cId="3618273044" sldId="2147375028"/>
            <ac:graphicFrameMk id="4" creationId="{E95DE62D-E5D4-3CE8-D68B-6F57566D4517}"/>
          </ac:graphicFrameMkLst>
        </pc:graphicFrameChg>
      </pc:sldChg>
      <pc:sldChg chg="modSp add del mod">
        <pc:chgData name="office ikn" userId="ad30e72e02479094" providerId="LiveId" clId="{4EBA93A5-F8B9-4F4A-AA0C-63C9C82BB2A5}" dt="2026-10-08T01:17:20.085" v="11874" actId="5793"/>
        <pc:sldMkLst>
          <pc:docMk/>
          <pc:sldMk cId="1461453491" sldId="2147375029"/>
        </pc:sldMkLst>
        <pc:spChg chg="mod">
          <ac:chgData name="office ikn" userId="ad30e72e02479094" providerId="LiveId" clId="{4EBA93A5-F8B9-4F4A-AA0C-63C9C82BB2A5}" dt="2026-10-08T01:17:20.085" v="11874" actId="5793"/>
          <ac:spMkLst>
            <pc:docMk/>
            <pc:sldMk cId="1461453491" sldId="2147375029"/>
            <ac:spMk id="8" creationId="{4B5B5E08-E26C-322A-37A4-28FA2DF3BC83}"/>
          </ac:spMkLst>
        </pc:spChg>
      </pc:sldChg>
      <pc:sldChg chg="modSp add del mod">
        <pc:chgData name="office ikn" userId="ad30e72e02479094" providerId="LiveId" clId="{4EBA93A5-F8B9-4F4A-AA0C-63C9C82BB2A5}" dt="2026-10-08T01:17:59.716" v="11879" actId="20577"/>
        <pc:sldMkLst>
          <pc:docMk/>
          <pc:sldMk cId="77920649" sldId="2147375031"/>
        </pc:sldMkLst>
        <pc:spChg chg="mod">
          <ac:chgData name="office ikn" userId="ad30e72e02479094" providerId="LiveId" clId="{4EBA93A5-F8B9-4F4A-AA0C-63C9C82BB2A5}" dt="2026-10-08T01:17:59.716" v="11879" actId="20577"/>
          <ac:spMkLst>
            <pc:docMk/>
            <pc:sldMk cId="77920649" sldId="2147375031"/>
            <ac:spMk id="8" creationId="{3C8D30A1-5EFB-48AA-1D6E-202F1A8423B6}"/>
          </ac:spMkLst>
        </pc:spChg>
      </pc:sldChg>
      <pc:sldChg chg="modSp add del mod">
        <pc:chgData name="office ikn" userId="ad30e72e02479094" providerId="LiveId" clId="{4EBA93A5-F8B9-4F4A-AA0C-63C9C82BB2A5}" dt="2026-10-08T01:18:03.993" v="11884" actId="5793"/>
        <pc:sldMkLst>
          <pc:docMk/>
          <pc:sldMk cId="2022004463" sldId="2147375032"/>
        </pc:sldMkLst>
        <pc:spChg chg="mod">
          <ac:chgData name="office ikn" userId="ad30e72e02479094" providerId="LiveId" clId="{4EBA93A5-F8B9-4F4A-AA0C-63C9C82BB2A5}" dt="2026-10-08T01:18:03.993" v="11884" actId="5793"/>
          <ac:spMkLst>
            <pc:docMk/>
            <pc:sldMk cId="2022004463" sldId="2147375032"/>
            <ac:spMk id="8" creationId="{98E22537-1BE5-C6CB-CBDC-67DB8CD3B2D1}"/>
          </ac:spMkLst>
        </pc:spChg>
      </pc:sldChg>
      <pc:sldChg chg="modSp add del mod">
        <pc:chgData name="office ikn" userId="ad30e72e02479094" providerId="LiveId" clId="{4EBA93A5-F8B9-4F4A-AA0C-63C9C82BB2A5}" dt="2026-10-08T01:18:10.490" v="11889" actId="5793"/>
        <pc:sldMkLst>
          <pc:docMk/>
          <pc:sldMk cId="3772891297" sldId="2147375033"/>
        </pc:sldMkLst>
        <pc:spChg chg="mod">
          <ac:chgData name="office ikn" userId="ad30e72e02479094" providerId="LiveId" clId="{4EBA93A5-F8B9-4F4A-AA0C-63C9C82BB2A5}" dt="2026-10-08T01:18:10.490" v="11889" actId="5793"/>
          <ac:spMkLst>
            <pc:docMk/>
            <pc:sldMk cId="3772891297" sldId="2147375033"/>
            <ac:spMk id="8" creationId="{09632336-B8A5-DDFB-5B41-42D79555FB17}"/>
          </ac:spMkLst>
        </pc:spChg>
      </pc:sldChg>
      <pc:sldChg chg="addSp delSp modSp add del mod">
        <pc:chgData name="office ikn" userId="ad30e72e02479094" providerId="LiveId" clId="{4EBA93A5-F8B9-4F4A-AA0C-63C9C82BB2A5}" dt="2026-10-07T08:06:54.491" v="11355" actId="2696"/>
        <pc:sldMkLst>
          <pc:docMk/>
          <pc:sldMk cId="3628117782" sldId="2147375035"/>
        </pc:sldMkLst>
        <pc:picChg chg="add del">
          <ac:chgData name="office ikn" userId="ad30e72e02479094" providerId="LiveId" clId="{4EBA93A5-F8B9-4F4A-AA0C-63C9C82BB2A5}" dt="2026-10-07T08:06:25.127" v="11353" actId="22"/>
          <ac:picMkLst>
            <pc:docMk/>
            <pc:sldMk cId="3628117782" sldId="2147375035"/>
            <ac:picMk id="5" creationId="{5833EC35-1D4D-F785-BF8A-5E4B7B8E2562}"/>
          </ac:picMkLst>
        </pc:picChg>
      </pc:sldChg>
      <pc:sldChg chg="addSp delSp modSp add mod ord">
        <pc:chgData name="office ikn" userId="ad30e72e02479094" providerId="LiveId" clId="{4EBA93A5-F8B9-4F4A-AA0C-63C9C82BB2A5}" dt="2026-10-08T02:35:25.184" v="13188" actId="20577"/>
        <pc:sldMkLst>
          <pc:docMk/>
          <pc:sldMk cId="2357445123" sldId="2147375037"/>
        </pc:sldMkLst>
        <pc:spChg chg="add mod">
          <ac:chgData name="office ikn" userId="ad30e72e02479094" providerId="LiveId" clId="{4EBA93A5-F8B9-4F4A-AA0C-63C9C82BB2A5}" dt="2026-10-08T02:35:25.184" v="13188" actId="20577"/>
          <ac:spMkLst>
            <pc:docMk/>
            <pc:sldMk cId="2357445123" sldId="2147375037"/>
            <ac:spMk id="4" creationId="{59756D00-6D2B-A1B0-8183-41D4B513E68F}"/>
          </ac:spMkLst>
        </pc:spChg>
        <pc:spChg chg="add del mod">
          <ac:chgData name="office ikn" userId="ad30e72e02479094" providerId="LiveId" clId="{4EBA93A5-F8B9-4F4A-AA0C-63C9C82BB2A5}" dt="2026-10-08T01:37:51.241" v="12765"/>
          <ac:spMkLst>
            <pc:docMk/>
            <pc:sldMk cId="2357445123" sldId="2147375037"/>
            <ac:spMk id="5" creationId="{B6F0E7C6-C8B7-CE0F-DDF1-6F53ED51A953}"/>
          </ac:spMkLst>
        </pc:spChg>
        <pc:spChg chg="del mod">
          <ac:chgData name="office ikn" userId="ad30e72e02479094" providerId="LiveId" clId="{4EBA93A5-F8B9-4F4A-AA0C-63C9C82BB2A5}" dt="2026-10-08T01:31:31.059" v="12255" actId="21"/>
          <ac:spMkLst>
            <pc:docMk/>
            <pc:sldMk cId="2357445123" sldId="2147375037"/>
            <ac:spMk id="9" creationId="{35AC25E4-A947-679E-3906-4A4C194B21A1}"/>
          </ac:spMkLst>
        </pc:spChg>
        <pc:graphicFrameChg chg="add mod modGraphic">
          <ac:chgData name="office ikn" userId="ad30e72e02479094" providerId="LiveId" clId="{4EBA93A5-F8B9-4F4A-AA0C-63C9C82BB2A5}" dt="2026-10-08T01:48:14.125" v="13173" actId="207"/>
          <ac:graphicFrameMkLst>
            <pc:docMk/>
            <pc:sldMk cId="2357445123" sldId="2147375037"/>
            <ac:graphicFrameMk id="6" creationId="{873AD786-3FD4-4650-10C7-4D017C18A745}"/>
          </ac:graphicFrameMkLst>
        </pc:graphicFrameChg>
        <pc:graphicFrameChg chg="add mod modGraphic">
          <ac:chgData name="office ikn" userId="ad30e72e02479094" providerId="LiveId" clId="{4EBA93A5-F8B9-4F4A-AA0C-63C9C82BB2A5}" dt="2026-10-08T01:49:06.228" v="13176" actId="207"/>
          <ac:graphicFrameMkLst>
            <pc:docMk/>
            <pc:sldMk cId="2357445123" sldId="2147375037"/>
            <ac:graphicFrameMk id="7" creationId="{0C04124B-ACD2-7943-A2BD-FEA639FEB942}"/>
          </ac:graphicFrameMkLst>
        </pc:graphicFrameChg>
      </pc:sldChg>
      <pc:sldChg chg="addSp delSp modSp mod">
        <pc:chgData name="office ikn" userId="ad30e72e02479094" providerId="LiveId" clId="{4EBA93A5-F8B9-4F4A-AA0C-63C9C82BB2A5}" dt="2026-10-07T08:20:41.100" v="11574" actId="20577"/>
        <pc:sldMkLst>
          <pc:docMk/>
          <pc:sldMk cId="2761813920" sldId="2147375039"/>
        </pc:sldMkLst>
        <pc:spChg chg="del">
          <ac:chgData name="office ikn" userId="ad30e72e02479094" providerId="LiveId" clId="{4EBA93A5-F8B9-4F4A-AA0C-63C9C82BB2A5}" dt="2026-10-07T08:08:58.171" v="11358" actId="21"/>
          <ac:spMkLst>
            <pc:docMk/>
            <pc:sldMk cId="2761813920" sldId="2147375039"/>
            <ac:spMk id="5" creationId="{1959D32B-5B51-5344-796A-B457C4DC66DC}"/>
          </ac:spMkLst>
        </pc:spChg>
        <pc:spChg chg="add mod">
          <ac:chgData name="office ikn" userId="ad30e72e02479094" providerId="LiveId" clId="{4EBA93A5-F8B9-4F4A-AA0C-63C9C82BB2A5}" dt="2026-10-07T08:20:41.100" v="11574" actId="20577"/>
          <ac:spMkLst>
            <pc:docMk/>
            <pc:sldMk cId="2761813920" sldId="2147375039"/>
            <ac:spMk id="7" creationId="{0BA0F7A4-E550-5E4F-86AC-3DC52E54305F}"/>
          </ac:spMkLst>
        </pc:spChg>
      </pc:sldChg>
      <pc:sldChg chg="modSp mod">
        <pc:chgData name="office ikn" userId="ad30e72e02479094" providerId="LiveId" clId="{4EBA93A5-F8B9-4F4A-AA0C-63C9C82BB2A5}" dt="2026-10-08T06:48:57.028" v="14285" actId="20577"/>
        <pc:sldMkLst>
          <pc:docMk/>
          <pc:sldMk cId="2790431468" sldId="2147375040"/>
        </pc:sldMkLst>
        <pc:spChg chg="mod">
          <ac:chgData name="office ikn" userId="ad30e72e02479094" providerId="LiveId" clId="{4EBA93A5-F8B9-4F4A-AA0C-63C9C82BB2A5}" dt="2026-10-08T06:48:57.028" v="14285" actId="20577"/>
          <ac:spMkLst>
            <pc:docMk/>
            <pc:sldMk cId="2790431468" sldId="2147375040"/>
            <ac:spMk id="6" creationId="{EBDEAB10-545D-2162-0D33-923DF306F47D}"/>
          </ac:spMkLst>
        </pc:spChg>
      </pc:sldChg>
      <pc:sldChg chg="modSp add del mod">
        <pc:chgData name="office ikn" userId="ad30e72e02479094" providerId="LiveId" clId="{4EBA93A5-F8B9-4F4A-AA0C-63C9C82BB2A5}" dt="2026-10-08T01:16:59.517" v="11853" actId="5793"/>
        <pc:sldMkLst>
          <pc:docMk/>
          <pc:sldMk cId="4180156992" sldId="2147375041"/>
        </pc:sldMkLst>
        <pc:spChg chg="mod">
          <ac:chgData name="office ikn" userId="ad30e72e02479094" providerId="LiveId" clId="{4EBA93A5-F8B9-4F4A-AA0C-63C9C82BB2A5}" dt="2026-10-08T01:16:59.517" v="11853" actId="5793"/>
          <ac:spMkLst>
            <pc:docMk/>
            <pc:sldMk cId="4180156992" sldId="2147375041"/>
            <ac:spMk id="8" creationId="{BA4619C5-CBDC-BF83-7CE2-F6015A09A79B}"/>
          </ac:spMkLst>
        </pc:spChg>
      </pc:sldChg>
      <pc:sldChg chg="modSp add del mod">
        <pc:chgData name="office ikn" userId="ad30e72e02479094" providerId="LiveId" clId="{4EBA93A5-F8B9-4F4A-AA0C-63C9C82BB2A5}" dt="2026-10-08T01:16:47.038" v="11839" actId="5793"/>
        <pc:sldMkLst>
          <pc:docMk/>
          <pc:sldMk cId="1075325665" sldId="2147375042"/>
        </pc:sldMkLst>
        <pc:spChg chg="mod">
          <ac:chgData name="office ikn" userId="ad30e72e02479094" providerId="LiveId" clId="{4EBA93A5-F8B9-4F4A-AA0C-63C9C82BB2A5}" dt="2026-10-08T01:16:47.038" v="11839" actId="5793"/>
          <ac:spMkLst>
            <pc:docMk/>
            <pc:sldMk cId="1075325665" sldId="2147375042"/>
            <ac:spMk id="8" creationId="{24395DC0-79BA-E393-AD34-BCA71643F6AA}"/>
          </ac:spMkLst>
        </pc:spChg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4010873269" sldId="2147375043"/>
        </pc:sldMkLst>
      </pc:sldChg>
      <pc:sldChg chg="modSp add del mod">
        <pc:chgData name="office ikn" userId="ad30e72e02479094" providerId="LiveId" clId="{4EBA93A5-F8B9-4F4A-AA0C-63C9C82BB2A5}" dt="2026-10-08T01:12:26.050" v="11745" actId="5793"/>
        <pc:sldMkLst>
          <pc:docMk/>
          <pc:sldMk cId="795138061" sldId="2147375044"/>
        </pc:sldMkLst>
        <pc:spChg chg="mod">
          <ac:chgData name="office ikn" userId="ad30e72e02479094" providerId="LiveId" clId="{4EBA93A5-F8B9-4F4A-AA0C-63C9C82BB2A5}" dt="2026-10-08T01:12:26.050" v="11745" actId="5793"/>
          <ac:spMkLst>
            <pc:docMk/>
            <pc:sldMk cId="795138061" sldId="2147375044"/>
            <ac:spMk id="8" creationId="{605C3A1B-4E35-E053-99EB-7A8AE5D20D3D}"/>
          </ac:spMkLst>
        </pc:spChg>
      </pc:sldChg>
      <pc:sldChg chg="add del">
        <pc:chgData name="office ikn" userId="ad30e72e02479094" providerId="LiveId" clId="{4EBA93A5-F8B9-4F4A-AA0C-63C9C82BB2A5}" dt="2026-10-08T00:56:14.058" v="11582"/>
        <pc:sldMkLst>
          <pc:docMk/>
          <pc:sldMk cId="4044553510" sldId="2147375046"/>
        </pc:sldMkLst>
      </pc:sldChg>
      <pc:sldChg chg="modSp add del mod">
        <pc:chgData name="office ikn" userId="ad30e72e02479094" providerId="LiveId" clId="{4EBA93A5-F8B9-4F4A-AA0C-63C9C82BB2A5}" dt="2026-10-08T06:56:13.668" v="14299" actId="113"/>
        <pc:sldMkLst>
          <pc:docMk/>
          <pc:sldMk cId="19589358" sldId="2147375047"/>
        </pc:sldMkLst>
        <pc:graphicFrameChg chg="mod modGraphic">
          <ac:chgData name="office ikn" userId="ad30e72e02479094" providerId="LiveId" clId="{4EBA93A5-F8B9-4F4A-AA0C-63C9C82BB2A5}" dt="2026-10-08T06:56:13.668" v="14299" actId="113"/>
          <ac:graphicFrameMkLst>
            <pc:docMk/>
            <pc:sldMk cId="19589358" sldId="2147375047"/>
            <ac:graphicFrameMk id="4" creationId="{8F1E4547-A67F-EA40-619E-B71117EB8250}"/>
          </ac:graphicFrameMkLst>
        </pc:graphicFrameChg>
      </pc:sldChg>
      <pc:sldChg chg="modSp add del mod">
        <pc:chgData name="office ikn" userId="ad30e72e02479094" providerId="LiveId" clId="{4EBA93A5-F8B9-4F4A-AA0C-63C9C82BB2A5}" dt="2026-10-08T04:30:49.871" v="13871" actId="2696"/>
        <pc:sldMkLst>
          <pc:docMk/>
          <pc:sldMk cId="1857846752" sldId="2147375048"/>
        </pc:sldMkLst>
        <pc:spChg chg="mod">
          <ac:chgData name="office ikn" userId="ad30e72e02479094" providerId="LiveId" clId="{4EBA93A5-F8B9-4F4A-AA0C-63C9C82BB2A5}" dt="2026-10-08T03:57:24.699" v="13271" actId="20577"/>
          <ac:spMkLst>
            <pc:docMk/>
            <pc:sldMk cId="1857846752" sldId="2147375048"/>
            <ac:spMk id="6" creationId="{177686B8-E199-B284-05EB-7AD4FF8097E6}"/>
          </ac:spMkLst>
        </pc:spChg>
      </pc:sldChg>
      <pc:sldChg chg="modSp add del mod">
        <pc:chgData name="office ikn" userId="ad30e72e02479094" providerId="LiveId" clId="{4EBA93A5-F8B9-4F4A-AA0C-63C9C82BB2A5}" dt="2026-10-08T04:32:57.084" v="13898" actId="2696"/>
        <pc:sldMkLst>
          <pc:docMk/>
          <pc:sldMk cId="945483834" sldId="2147375049"/>
        </pc:sldMkLst>
        <pc:spChg chg="mod">
          <ac:chgData name="office ikn" userId="ad30e72e02479094" providerId="LiveId" clId="{4EBA93A5-F8B9-4F4A-AA0C-63C9C82BB2A5}" dt="2026-10-08T04:16:50.221" v="13526" actId="20577"/>
          <ac:spMkLst>
            <pc:docMk/>
            <pc:sldMk cId="945483834" sldId="2147375049"/>
            <ac:spMk id="2" creationId="{56B085D0-9AD4-87A9-55AE-11432756C380}"/>
          </ac:spMkLst>
        </pc:spChg>
        <pc:graphicFrameChg chg="mod modGraphic">
          <ac:chgData name="office ikn" userId="ad30e72e02479094" providerId="LiveId" clId="{4EBA93A5-F8B9-4F4A-AA0C-63C9C82BB2A5}" dt="2026-10-08T04:24:47.821" v="13767" actId="122"/>
          <ac:graphicFrameMkLst>
            <pc:docMk/>
            <pc:sldMk cId="945483834" sldId="2147375049"/>
            <ac:graphicFrameMk id="5" creationId="{4BA684C9-03DB-D9DB-6DD5-BCF4371F722E}"/>
          </ac:graphicFrameMkLst>
        </pc:graphicFrameChg>
      </pc:sldChg>
      <pc:sldChg chg="del">
        <pc:chgData name="office ikn" userId="ad30e72e02479094" providerId="LiveId" clId="{4EBA93A5-F8B9-4F4A-AA0C-63C9C82BB2A5}" dt="2026-10-08T00:50:16.412" v="11577" actId="2696"/>
        <pc:sldMkLst>
          <pc:docMk/>
          <pc:sldMk cId="644668934" sldId="2147375050"/>
        </pc:sldMkLst>
      </pc:sldChg>
      <pc:sldChg chg="modSp add mod">
        <pc:chgData name="office ikn" userId="ad30e72e02479094" providerId="LiveId" clId="{4EBA93A5-F8B9-4F4A-AA0C-63C9C82BB2A5}" dt="2026-10-08T01:12:09.805" v="11727" actId="5793"/>
        <pc:sldMkLst>
          <pc:docMk/>
          <pc:sldMk cId="2464514725" sldId="2147375050"/>
        </pc:sldMkLst>
        <pc:spChg chg="mod">
          <ac:chgData name="office ikn" userId="ad30e72e02479094" providerId="LiveId" clId="{4EBA93A5-F8B9-4F4A-AA0C-63C9C82BB2A5}" dt="2026-10-08T01:12:09.805" v="11727" actId="5793"/>
          <ac:spMkLst>
            <pc:docMk/>
            <pc:sldMk cId="2464514725" sldId="2147375050"/>
            <ac:spMk id="8" creationId="{2DC6CF60-F527-37E9-33BD-E41633CD4F5F}"/>
          </ac:spMkLst>
        </pc:spChg>
      </pc:sldChg>
      <pc:sldChg chg="modSp add del mod">
        <pc:chgData name="office ikn" userId="ad30e72e02479094" providerId="LiveId" clId="{4EBA93A5-F8B9-4F4A-AA0C-63C9C82BB2A5}" dt="2026-10-08T01:18:16.109" v="11894" actId="5793"/>
        <pc:sldMkLst>
          <pc:docMk/>
          <pc:sldMk cId="3595290197" sldId="2147375051"/>
        </pc:sldMkLst>
        <pc:spChg chg="mod">
          <ac:chgData name="office ikn" userId="ad30e72e02479094" providerId="LiveId" clId="{4EBA93A5-F8B9-4F4A-AA0C-63C9C82BB2A5}" dt="2026-10-08T01:18:16.109" v="11894" actId="5793"/>
          <ac:spMkLst>
            <pc:docMk/>
            <pc:sldMk cId="3595290197" sldId="2147375051"/>
            <ac:spMk id="8" creationId="{8EDFB53D-3AA2-56C8-EF88-F83499D48C6C}"/>
          </ac:spMkLst>
        </pc:spChg>
      </pc:sldChg>
      <pc:sldChg chg="modSp add del mod">
        <pc:chgData name="office ikn" userId="ad30e72e02479094" providerId="LiveId" clId="{4EBA93A5-F8B9-4F4A-AA0C-63C9C82BB2A5}" dt="2026-10-08T01:18:21.830" v="11899" actId="5793"/>
        <pc:sldMkLst>
          <pc:docMk/>
          <pc:sldMk cId="1947185840" sldId="2147375052"/>
        </pc:sldMkLst>
        <pc:spChg chg="mod">
          <ac:chgData name="office ikn" userId="ad30e72e02479094" providerId="LiveId" clId="{4EBA93A5-F8B9-4F4A-AA0C-63C9C82BB2A5}" dt="2026-10-08T01:18:21.830" v="11899" actId="5793"/>
          <ac:spMkLst>
            <pc:docMk/>
            <pc:sldMk cId="1947185840" sldId="2147375052"/>
            <ac:spMk id="8" creationId="{7D0D7A11-F62B-B409-B83C-EB14DFBFED14}"/>
          </ac:spMkLst>
        </pc:spChg>
      </pc:sldChg>
      <pc:sldChg chg="modSp add del mod">
        <pc:chgData name="office ikn" userId="ad30e72e02479094" providerId="LiveId" clId="{4EBA93A5-F8B9-4F4A-AA0C-63C9C82BB2A5}" dt="2026-10-08T01:18:30.845" v="11905" actId="5793"/>
        <pc:sldMkLst>
          <pc:docMk/>
          <pc:sldMk cId="2941998638" sldId="2147375053"/>
        </pc:sldMkLst>
        <pc:spChg chg="mod">
          <ac:chgData name="office ikn" userId="ad30e72e02479094" providerId="LiveId" clId="{4EBA93A5-F8B9-4F4A-AA0C-63C9C82BB2A5}" dt="2026-10-08T01:18:30.845" v="11905" actId="5793"/>
          <ac:spMkLst>
            <pc:docMk/>
            <pc:sldMk cId="2941998638" sldId="2147375053"/>
            <ac:spMk id="8" creationId="{A5B52F23-36FB-5426-C4E2-7431F6A6479D}"/>
          </ac:spMkLst>
        </pc:spChg>
      </pc:sldChg>
      <pc:sldChg chg="modSp add del mod">
        <pc:chgData name="office ikn" userId="ad30e72e02479094" providerId="LiveId" clId="{4EBA93A5-F8B9-4F4A-AA0C-63C9C82BB2A5}" dt="2026-10-08T01:18:36.636" v="11910" actId="5793"/>
        <pc:sldMkLst>
          <pc:docMk/>
          <pc:sldMk cId="2596997273" sldId="2147375054"/>
        </pc:sldMkLst>
        <pc:spChg chg="mod">
          <ac:chgData name="office ikn" userId="ad30e72e02479094" providerId="LiveId" clId="{4EBA93A5-F8B9-4F4A-AA0C-63C9C82BB2A5}" dt="2026-10-08T01:18:36.636" v="11910" actId="5793"/>
          <ac:spMkLst>
            <pc:docMk/>
            <pc:sldMk cId="2596997273" sldId="2147375054"/>
            <ac:spMk id="8" creationId="{DD8D6193-EF28-B976-00D9-E976C2D95BFE}"/>
          </ac:spMkLst>
        </pc:spChg>
      </pc:sldChg>
      <pc:sldChg chg="modSp add del mod">
        <pc:chgData name="office ikn" userId="ad30e72e02479094" providerId="LiveId" clId="{4EBA93A5-F8B9-4F4A-AA0C-63C9C82BB2A5}" dt="2026-10-08T01:18:43.416" v="11915" actId="5793"/>
        <pc:sldMkLst>
          <pc:docMk/>
          <pc:sldMk cId="1851910397" sldId="2147375055"/>
        </pc:sldMkLst>
        <pc:spChg chg="mod">
          <ac:chgData name="office ikn" userId="ad30e72e02479094" providerId="LiveId" clId="{4EBA93A5-F8B9-4F4A-AA0C-63C9C82BB2A5}" dt="2026-10-08T01:18:43.416" v="11915" actId="5793"/>
          <ac:spMkLst>
            <pc:docMk/>
            <pc:sldMk cId="1851910397" sldId="2147375055"/>
            <ac:spMk id="8" creationId="{B460F932-C608-B60B-3398-33ED1F667D95}"/>
          </ac:spMkLst>
        </pc:spChg>
      </pc:sldChg>
      <pc:sldChg chg="modSp add mod">
        <pc:chgData name="office ikn" userId="ad30e72e02479094" providerId="LiveId" clId="{4EBA93A5-F8B9-4F4A-AA0C-63C9C82BB2A5}" dt="2026-10-08T02:33:32.142" v="13187" actId="20577"/>
        <pc:sldMkLst>
          <pc:docMk/>
          <pc:sldMk cId="4129325153" sldId="2147375056"/>
        </pc:sldMkLst>
        <pc:spChg chg="mod">
          <ac:chgData name="office ikn" userId="ad30e72e02479094" providerId="LiveId" clId="{4EBA93A5-F8B9-4F4A-AA0C-63C9C82BB2A5}" dt="2026-10-08T02:33:32.142" v="13187" actId="20577"/>
          <ac:spMkLst>
            <pc:docMk/>
            <pc:sldMk cId="4129325153" sldId="2147375056"/>
            <ac:spMk id="9" creationId="{CBC5796D-5CCD-B92A-AC52-5500E73E915D}"/>
          </ac:spMkLst>
        </pc:spChg>
      </pc:sldChg>
      <pc:sldChg chg="add">
        <pc:chgData name="office ikn" userId="ad30e72e02479094" providerId="LiveId" clId="{4EBA93A5-F8B9-4F4A-AA0C-63C9C82BB2A5}" dt="2026-10-07T08:08:25.619" v="11356"/>
        <pc:sldMkLst>
          <pc:docMk/>
          <pc:sldMk cId="1121059123" sldId="2147375057"/>
        </pc:sldMkLst>
      </pc:sldChg>
      <pc:sldChg chg="add">
        <pc:chgData name="office ikn" userId="ad30e72e02479094" providerId="LiveId" clId="{4EBA93A5-F8B9-4F4A-AA0C-63C9C82BB2A5}" dt="2026-10-07T08:08:25.619" v="11356"/>
        <pc:sldMkLst>
          <pc:docMk/>
          <pc:sldMk cId="3469043245" sldId="2147375058"/>
        </pc:sldMkLst>
      </pc:sldChg>
      <pc:sldChg chg="add">
        <pc:chgData name="office ikn" userId="ad30e72e02479094" providerId="LiveId" clId="{4EBA93A5-F8B9-4F4A-AA0C-63C9C82BB2A5}" dt="2026-10-07T08:08:25.619" v="11356"/>
        <pc:sldMkLst>
          <pc:docMk/>
          <pc:sldMk cId="3830710993" sldId="2147375059"/>
        </pc:sldMkLst>
      </pc:sldChg>
      <pc:sldChg chg="add">
        <pc:chgData name="office ikn" userId="ad30e72e02479094" providerId="LiveId" clId="{4EBA93A5-F8B9-4F4A-AA0C-63C9C82BB2A5}" dt="2026-10-07T08:08:25.619" v="11356"/>
        <pc:sldMkLst>
          <pc:docMk/>
          <pc:sldMk cId="1403739659" sldId="2147375060"/>
        </pc:sldMkLst>
      </pc:sldChg>
      <pc:sldChg chg="add">
        <pc:chgData name="office ikn" userId="ad30e72e02479094" providerId="LiveId" clId="{4EBA93A5-F8B9-4F4A-AA0C-63C9C82BB2A5}" dt="2026-10-07T08:08:25.619" v="11356"/>
        <pc:sldMkLst>
          <pc:docMk/>
          <pc:sldMk cId="1504038195" sldId="2147375061"/>
        </pc:sldMkLst>
      </pc:sldChg>
      <pc:sldChg chg="add">
        <pc:chgData name="office ikn" userId="ad30e72e02479094" providerId="LiveId" clId="{4EBA93A5-F8B9-4F4A-AA0C-63C9C82BB2A5}" dt="2026-10-08T00:47:25.835" v="11575"/>
        <pc:sldMkLst>
          <pc:docMk/>
          <pc:sldMk cId="2958692834" sldId="2147375062"/>
        </pc:sldMkLst>
      </pc:sldChg>
      <pc:sldChg chg="modSp add mod">
        <pc:chgData name="office ikn" userId="ad30e72e02479094" providerId="LiveId" clId="{4EBA93A5-F8B9-4F4A-AA0C-63C9C82BB2A5}" dt="2026-10-08T02:36:27.443" v="13192" actId="20577"/>
        <pc:sldMkLst>
          <pc:docMk/>
          <pc:sldMk cId="783438067" sldId="2147375063"/>
        </pc:sldMkLst>
        <pc:spChg chg="mod">
          <ac:chgData name="office ikn" userId="ad30e72e02479094" providerId="LiveId" clId="{4EBA93A5-F8B9-4F4A-AA0C-63C9C82BB2A5}" dt="2026-10-08T02:36:27.443" v="13192" actId="20577"/>
          <ac:spMkLst>
            <pc:docMk/>
            <pc:sldMk cId="783438067" sldId="2147375063"/>
            <ac:spMk id="2" creationId="{9EC154C1-096B-ABFF-CDCC-3AB1E41A99C4}"/>
          </ac:spMkLst>
        </pc:spChg>
      </pc:sldChg>
      <pc:sldChg chg="modSp add mod">
        <pc:chgData name="office ikn" userId="ad30e72e02479094" providerId="LiveId" clId="{4EBA93A5-F8B9-4F4A-AA0C-63C9C82BB2A5}" dt="2026-10-08T09:23:48.563" v="14321" actId="798"/>
        <pc:sldMkLst>
          <pc:docMk/>
          <pc:sldMk cId="2858499811" sldId="2147375064"/>
        </pc:sldMkLst>
        <pc:spChg chg="mod">
          <ac:chgData name="office ikn" userId="ad30e72e02479094" providerId="LiveId" clId="{4EBA93A5-F8B9-4F4A-AA0C-63C9C82BB2A5}" dt="2026-10-08T01:08:30.205" v="11611" actId="5793"/>
          <ac:spMkLst>
            <pc:docMk/>
            <pc:sldMk cId="2858499811" sldId="2147375064"/>
            <ac:spMk id="6" creationId="{AB969F8C-A710-3C5D-B07F-D4AF705BF2BC}"/>
          </ac:spMkLst>
        </pc:spChg>
        <pc:graphicFrameChg chg="modGraphic">
          <ac:chgData name="office ikn" userId="ad30e72e02479094" providerId="LiveId" clId="{4EBA93A5-F8B9-4F4A-AA0C-63C9C82BB2A5}" dt="2026-10-08T09:23:48.563" v="14321" actId="798"/>
          <ac:graphicFrameMkLst>
            <pc:docMk/>
            <pc:sldMk cId="2858499811" sldId="2147375064"/>
            <ac:graphicFrameMk id="4" creationId="{3BA533C1-C507-5006-1529-A0DCC0E9DAA1}"/>
          </ac:graphicFrameMkLst>
        </pc:graphicFrameChg>
      </pc:sldChg>
      <pc:sldChg chg="modSp add mod">
        <pc:chgData name="office ikn" userId="ad30e72e02479094" providerId="LiveId" clId="{4EBA93A5-F8B9-4F4A-AA0C-63C9C82BB2A5}" dt="2026-10-08T01:08:36.984" v="11618" actId="5793"/>
        <pc:sldMkLst>
          <pc:docMk/>
          <pc:sldMk cId="197116059" sldId="2147375065"/>
        </pc:sldMkLst>
        <pc:spChg chg="mod">
          <ac:chgData name="office ikn" userId="ad30e72e02479094" providerId="LiveId" clId="{4EBA93A5-F8B9-4F4A-AA0C-63C9C82BB2A5}" dt="2026-10-08T01:08:36.984" v="11618" actId="5793"/>
          <ac:spMkLst>
            <pc:docMk/>
            <pc:sldMk cId="197116059" sldId="2147375065"/>
            <ac:spMk id="6" creationId="{F5DA79F4-4F50-1D63-09F5-4324338E5E27}"/>
          </ac:spMkLst>
        </pc:spChg>
      </pc:sldChg>
      <pc:sldChg chg="modSp add mod">
        <pc:chgData name="office ikn" userId="ad30e72e02479094" providerId="LiveId" clId="{4EBA93A5-F8B9-4F4A-AA0C-63C9C82BB2A5}" dt="2026-10-08T01:08:46.741" v="11625" actId="5793"/>
        <pc:sldMkLst>
          <pc:docMk/>
          <pc:sldMk cId="2521887122" sldId="2147375066"/>
        </pc:sldMkLst>
        <pc:spChg chg="mod">
          <ac:chgData name="office ikn" userId="ad30e72e02479094" providerId="LiveId" clId="{4EBA93A5-F8B9-4F4A-AA0C-63C9C82BB2A5}" dt="2026-10-08T01:08:46.741" v="11625" actId="5793"/>
          <ac:spMkLst>
            <pc:docMk/>
            <pc:sldMk cId="2521887122" sldId="2147375066"/>
            <ac:spMk id="10" creationId="{A6635CBC-E5B0-0234-0F51-E51633375CB8}"/>
          </ac:spMkLst>
        </pc:spChg>
      </pc:sldChg>
      <pc:sldChg chg="modSp add mod">
        <pc:chgData name="office ikn" userId="ad30e72e02479094" providerId="LiveId" clId="{4EBA93A5-F8B9-4F4A-AA0C-63C9C82BB2A5}" dt="2026-10-08T01:08:53.100" v="11632" actId="5793"/>
        <pc:sldMkLst>
          <pc:docMk/>
          <pc:sldMk cId="1489414534" sldId="2147375067"/>
        </pc:sldMkLst>
        <pc:spChg chg="mod">
          <ac:chgData name="office ikn" userId="ad30e72e02479094" providerId="LiveId" clId="{4EBA93A5-F8B9-4F4A-AA0C-63C9C82BB2A5}" dt="2026-10-08T01:08:53.100" v="11632" actId="5793"/>
          <ac:spMkLst>
            <pc:docMk/>
            <pc:sldMk cId="1489414534" sldId="2147375067"/>
            <ac:spMk id="8" creationId="{A3D6679E-A347-4BF2-5F06-5D4BA6A5DDB7}"/>
          </ac:spMkLst>
        </pc:spChg>
      </pc:sldChg>
      <pc:sldChg chg="modSp add mod">
        <pc:chgData name="office ikn" userId="ad30e72e02479094" providerId="LiveId" clId="{4EBA93A5-F8B9-4F4A-AA0C-63C9C82BB2A5}" dt="2026-10-08T01:09:02.554" v="11639" actId="5793"/>
        <pc:sldMkLst>
          <pc:docMk/>
          <pc:sldMk cId="1593600515" sldId="2147375068"/>
        </pc:sldMkLst>
        <pc:spChg chg="mod">
          <ac:chgData name="office ikn" userId="ad30e72e02479094" providerId="LiveId" clId="{4EBA93A5-F8B9-4F4A-AA0C-63C9C82BB2A5}" dt="2026-10-08T01:09:02.554" v="11639" actId="5793"/>
          <ac:spMkLst>
            <pc:docMk/>
            <pc:sldMk cId="1593600515" sldId="2147375068"/>
            <ac:spMk id="8" creationId="{C19B5820-8F3D-367A-516B-3BB06DF2FD8B}"/>
          </ac:spMkLst>
        </pc:spChg>
      </pc:sldChg>
      <pc:sldChg chg="modSp add mod">
        <pc:chgData name="office ikn" userId="ad30e72e02479094" providerId="LiveId" clId="{4EBA93A5-F8B9-4F4A-AA0C-63C9C82BB2A5}" dt="2026-10-08T01:09:10.423" v="11646" actId="5793"/>
        <pc:sldMkLst>
          <pc:docMk/>
          <pc:sldMk cId="3452427162" sldId="2147375069"/>
        </pc:sldMkLst>
        <pc:spChg chg="mod">
          <ac:chgData name="office ikn" userId="ad30e72e02479094" providerId="LiveId" clId="{4EBA93A5-F8B9-4F4A-AA0C-63C9C82BB2A5}" dt="2026-10-08T01:09:10.423" v="11646" actId="5793"/>
          <ac:spMkLst>
            <pc:docMk/>
            <pc:sldMk cId="3452427162" sldId="2147375069"/>
            <ac:spMk id="8" creationId="{663B0A90-283E-3C27-4F6D-ABF71B16C04C}"/>
          </ac:spMkLst>
        </pc:spChg>
      </pc:sldChg>
      <pc:sldChg chg="modSp add mod">
        <pc:chgData name="office ikn" userId="ad30e72e02479094" providerId="LiveId" clId="{4EBA93A5-F8B9-4F4A-AA0C-63C9C82BB2A5}" dt="2026-10-08T01:09:16.531" v="11653" actId="5793"/>
        <pc:sldMkLst>
          <pc:docMk/>
          <pc:sldMk cId="6558451" sldId="2147375070"/>
        </pc:sldMkLst>
        <pc:spChg chg="mod">
          <ac:chgData name="office ikn" userId="ad30e72e02479094" providerId="LiveId" clId="{4EBA93A5-F8B9-4F4A-AA0C-63C9C82BB2A5}" dt="2026-10-08T01:09:16.531" v="11653" actId="5793"/>
          <ac:spMkLst>
            <pc:docMk/>
            <pc:sldMk cId="6558451" sldId="2147375070"/>
            <ac:spMk id="8" creationId="{BD6559A8-2E49-E7D2-B893-044068C93249}"/>
          </ac:spMkLst>
        </pc:spChg>
      </pc:sldChg>
      <pc:sldChg chg="modSp add mod">
        <pc:chgData name="office ikn" userId="ad30e72e02479094" providerId="LiveId" clId="{4EBA93A5-F8B9-4F4A-AA0C-63C9C82BB2A5}" dt="2026-10-08T01:09:23.133" v="11660" actId="5793"/>
        <pc:sldMkLst>
          <pc:docMk/>
          <pc:sldMk cId="2766936996" sldId="2147375071"/>
        </pc:sldMkLst>
        <pc:spChg chg="mod">
          <ac:chgData name="office ikn" userId="ad30e72e02479094" providerId="LiveId" clId="{4EBA93A5-F8B9-4F4A-AA0C-63C9C82BB2A5}" dt="2026-10-08T01:09:23.133" v="11660" actId="5793"/>
          <ac:spMkLst>
            <pc:docMk/>
            <pc:sldMk cId="2766936996" sldId="2147375071"/>
            <ac:spMk id="8" creationId="{C466BF42-7D2E-B5F6-5CFE-B44234462F73}"/>
          </ac:spMkLst>
        </pc:spChg>
      </pc:sldChg>
      <pc:sldChg chg="modSp add mod">
        <pc:chgData name="office ikn" userId="ad30e72e02479094" providerId="LiveId" clId="{4EBA93A5-F8B9-4F4A-AA0C-63C9C82BB2A5}" dt="2026-10-08T04:32:34.877" v="13897" actId="20577"/>
        <pc:sldMkLst>
          <pc:docMk/>
          <pc:sldMk cId="724982278" sldId="2147375072"/>
        </pc:sldMkLst>
        <pc:spChg chg="mod">
          <ac:chgData name="office ikn" userId="ad30e72e02479094" providerId="LiveId" clId="{4EBA93A5-F8B9-4F4A-AA0C-63C9C82BB2A5}" dt="2026-10-08T01:09:30.049" v="11667" actId="5793"/>
          <ac:spMkLst>
            <pc:docMk/>
            <pc:sldMk cId="724982278" sldId="2147375072"/>
            <ac:spMk id="8" creationId="{C37F9EB1-9091-B668-9244-E8C3E3C726F9}"/>
          </ac:spMkLst>
        </pc:spChg>
        <pc:graphicFrameChg chg="modGraphic">
          <ac:chgData name="office ikn" userId="ad30e72e02479094" providerId="LiveId" clId="{4EBA93A5-F8B9-4F4A-AA0C-63C9C82BB2A5}" dt="2026-10-08T04:32:34.877" v="13897" actId="20577"/>
          <ac:graphicFrameMkLst>
            <pc:docMk/>
            <pc:sldMk cId="724982278" sldId="2147375072"/>
            <ac:graphicFrameMk id="4" creationId="{335FA80E-7987-1A33-CF11-70BC377B5CD8}"/>
          </ac:graphicFrameMkLst>
        </pc:graphicFrameChg>
      </pc:sldChg>
      <pc:sldChg chg="modSp add mod">
        <pc:chgData name="office ikn" userId="ad30e72e02479094" providerId="LiveId" clId="{4EBA93A5-F8B9-4F4A-AA0C-63C9C82BB2A5}" dt="2026-10-08T01:11:10.453" v="11674" actId="5793"/>
        <pc:sldMkLst>
          <pc:docMk/>
          <pc:sldMk cId="2349943756" sldId="2147375073"/>
        </pc:sldMkLst>
        <pc:spChg chg="mod">
          <ac:chgData name="office ikn" userId="ad30e72e02479094" providerId="LiveId" clId="{4EBA93A5-F8B9-4F4A-AA0C-63C9C82BB2A5}" dt="2026-10-08T01:11:10.453" v="11674" actId="5793"/>
          <ac:spMkLst>
            <pc:docMk/>
            <pc:sldMk cId="2349943756" sldId="2147375073"/>
            <ac:spMk id="8" creationId="{B836048C-2E1F-9D6D-0A84-ED4A16EB067E}"/>
          </ac:spMkLst>
        </pc:spChg>
      </pc:sldChg>
      <pc:sldChg chg="modSp add mod">
        <pc:chgData name="office ikn" userId="ad30e72e02479094" providerId="LiveId" clId="{4EBA93A5-F8B9-4F4A-AA0C-63C9C82BB2A5}" dt="2026-10-08T01:11:16.037" v="11681" actId="5793"/>
        <pc:sldMkLst>
          <pc:docMk/>
          <pc:sldMk cId="2643682940" sldId="2147375074"/>
        </pc:sldMkLst>
        <pc:spChg chg="mod">
          <ac:chgData name="office ikn" userId="ad30e72e02479094" providerId="LiveId" clId="{4EBA93A5-F8B9-4F4A-AA0C-63C9C82BB2A5}" dt="2026-10-08T01:11:16.037" v="11681" actId="5793"/>
          <ac:spMkLst>
            <pc:docMk/>
            <pc:sldMk cId="2643682940" sldId="2147375074"/>
            <ac:spMk id="8" creationId="{10D5C8BE-4AED-8F86-D759-A31C25B61AB6}"/>
          </ac:spMkLst>
        </pc:spChg>
      </pc:sldChg>
      <pc:sldChg chg="modSp add mod">
        <pc:chgData name="office ikn" userId="ad30e72e02479094" providerId="LiveId" clId="{4EBA93A5-F8B9-4F4A-AA0C-63C9C82BB2A5}" dt="2026-10-08T01:11:23.056" v="11688" actId="5793"/>
        <pc:sldMkLst>
          <pc:docMk/>
          <pc:sldMk cId="2815284992" sldId="2147375075"/>
        </pc:sldMkLst>
        <pc:spChg chg="mod">
          <ac:chgData name="office ikn" userId="ad30e72e02479094" providerId="LiveId" clId="{4EBA93A5-F8B9-4F4A-AA0C-63C9C82BB2A5}" dt="2026-10-08T01:11:23.056" v="11688" actId="5793"/>
          <ac:spMkLst>
            <pc:docMk/>
            <pc:sldMk cId="2815284992" sldId="2147375075"/>
            <ac:spMk id="8" creationId="{C68C7D39-8BCB-F773-CAA0-9501C708016E}"/>
          </ac:spMkLst>
        </pc:spChg>
      </pc:sldChg>
      <pc:sldChg chg="modSp add mod">
        <pc:chgData name="office ikn" userId="ad30e72e02479094" providerId="LiveId" clId="{4EBA93A5-F8B9-4F4A-AA0C-63C9C82BB2A5}" dt="2026-10-08T01:11:30.312" v="11695" actId="5793"/>
        <pc:sldMkLst>
          <pc:docMk/>
          <pc:sldMk cId="2612721446" sldId="2147375076"/>
        </pc:sldMkLst>
        <pc:spChg chg="mod">
          <ac:chgData name="office ikn" userId="ad30e72e02479094" providerId="LiveId" clId="{4EBA93A5-F8B9-4F4A-AA0C-63C9C82BB2A5}" dt="2026-10-08T01:11:30.312" v="11695" actId="5793"/>
          <ac:spMkLst>
            <pc:docMk/>
            <pc:sldMk cId="2612721446" sldId="2147375076"/>
            <ac:spMk id="8" creationId="{6B0DE0E4-A21A-767B-27D0-DC7B45F15241}"/>
          </ac:spMkLst>
        </pc:spChg>
      </pc:sldChg>
      <pc:sldChg chg="modSp add mod">
        <pc:chgData name="office ikn" userId="ad30e72e02479094" providerId="LiveId" clId="{4EBA93A5-F8B9-4F4A-AA0C-63C9C82BB2A5}" dt="2026-10-08T01:11:37.036" v="11702" actId="5793"/>
        <pc:sldMkLst>
          <pc:docMk/>
          <pc:sldMk cId="2986768548" sldId="2147375077"/>
        </pc:sldMkLst>
        <pc:spChg chg="mod">
          <ac:chgData name="office ikn" userId="ad30e72e02479094" providerId="LiveId" clId="{4EBA93A5-F8B9-4F4A-AA0C-63C9C82BB2A5}" dt="2026-10-08T01:11:37.036" v="11702" actId="5793"/>
          <ac:spMkLst>
            <pc:docMk/>
            <pc:sldMk cId="2986768548" sldId="2147375077"/>
            <ac:spMk id="8" creationId="{C943773B-7A51-EB36-6929-2135B2BFDC61}"/>
          </ac:spMkLst>
        </pc:spChg>
      </pc:sldChg>
      <pc:sldChg chg="modSp add mod">
        <pc:chgData name="office ikn" userId="ad30e72e02479094" providerId="LiveId" clId="{4EBA93A5-F8B9-4F4A-AA0C-63C9C82BB2A5}" dt="2026-10-08T01:11:47.070" v="11709" actId="5793"/>
        <pc:sldMkLst>
          <pc:docMk/>
          <pc:sldMk cId="3928940007" sldId="2147375078"/>
        </pc:sldMkLst>
        <pc:spChg chg="mod">
          <ac:chgData name="office ikn" userId="ad30e72e02479094" providerId="LiveId" clId="{4EBA93A5-F8B9-4F4A-AA0C-63C9C82BB2A5}" dt="2026-10-08T01:11:47.070" v="11709" actId="5793"/>
          <ac:spMkLst>
            <pc:docMk/>
            <pc:sldMk cId="3928940007" sldId="2147375078"/>
            <ac:spMk id="9" creationId="{0C7AF2CF-E4B4-A3F7-D658-4829C620A3C9}"/>
          </ac:spMkLst>
        </pc:spChg>
      </pc:sldChg>
      <pc:sldChg chg="add del">
        <pc:chgData name="office ikn" userId="ad30e72e02479094" providerId="LiveId" clId="{4EBA93A5-F8B9-4F4A-AA0C-63C9C82BB2A5}" dt="2026-10-08T00:57:59.643" v="11583" actId="2696"/>
        <pc:sldMkLst>
          <pc:docMk/>
          <pc:sldMk cId="2199609117" sldId="2147375079"/>
        </pc:sldMkLst>
      </pc:sldChg>
      <pc:sldChg chg="add del">
        <pc:chgData name="office ikn" userId="ad30e72e02479094" providerId="LiveId" clId="{4EBA93A5-F8B9-4F4A-AA0C-63C9C82BB2A5}" dt="2026-10-08T00:58:03.754" v="11584" actId="2696"/>
        <pc:sldMkLst>
          <pc:docMk/>
          <pc:sldMk cId="1934187762" sldId="2147375080"/>
        </pc:sldMkLst>
      </pc:sldChg>
      <pc:sldChg chg="modSp add del mod">
        <pc:chgData name="office ikn" userId="ad30e72e02479094" providerId="LiveId" clId="{4EBA93A5-F8B9-4F4A-AA0C-63C9C82BB2A5}" dt="2026-10-08T04:30:36.457" v="13868" actId="2696"/>
        <pc:sldMkLst>
          <pc:docMk/>
          <pc:sldMk cId="384908296" sldId="2147375081"/>
        </pc:sldMkLst>
        <pc:spChg chg="mod">
          <ac:chgData name="office ikn" userId="ad30e72e02479094" providerId="LiveId" clId="{4EBA93A5-F8B9-4F4A-AA0C-63C9C82BB2A5}" dt="2026-10-08T03:49:31.403" v="13223" actId="20577"/>
          <ac:spMkLst>
            <pc:docMk/>
            <pc:sldMk cId="384908296" sldId="2147375081"/>
            <ac:spMk id="6" creationId="{177686B8-E199-B284-05EB-7AD4FF8097E6}"/>
          </ac:spMkLst>
        </pc:spChg>
      </pc:sldChg>
      <pc:sldChg chg="modSp add del mod">
        <pc:chgData name="office ikn" userId="ad30e72e02479094" providerId="LiveId" clId="{4EBA93A5-F8B9-4F4A-AA0C-63C9C82BB2A5}" dt="2026-10-08T04:30:39.164" v="13869" actId="2696"/>
        <pc:sldMkLst>
          <pc:docMk/>
          <pc:sldMk cId="2982595109" sldId="2147375082"/>
        </pc:sldMkLst>
        <pc:spChg chg="mod">
          <ac:chgData name="office ikn" userId="ad30e72e02479094" providerId="LiveId" clId="{4EBA93A5-F8B9-4F4A-AA0C-63C9C82BB2A5}" dt="2026-10-08T03:50:24.856" v="13231" actId="20577"/>
          <ac:spMkLst>
            <pc:docMk/>
            <pc:sldMk cId="2982595109" sldId="2147375082"/>
            <ac:spMk id="6" creationId="{A1AD06C5-B213-C773-BA58-0C4CE3585ACD}"/>
          </ac:spMkLst>
        </pc:spChg>
      </pc:sldChg>
      <pc:sldChg chg="modSp add del mod">
        <pc:chgData name="office ikn" userId="ad30e72e02479094" providerId="LiveId" clId="{4EBA93A5-F8B9-4F4A-AA0C-63C9C82BB2A5}" dt="2026-10-08T04:30:42.512" v="13870" actId="2696"/>
        <pc:sldMkLst>
          <pc:docMk/>
          <pc:sldMk cId="3926331931" sldId="2147375083"/>
        </pc:sldMkLst>
        <pc:spChg chg="mod">
          <ac:chgData name="office ikn" userId="ad30e72e02479094" providerId="LiveId" clId="{4EBA93A5-F8B9-4F4A-AA0C-63C9C82BB2A5}" dt="2026-10-08T03:52:57.329" v="13241" actId="20577"/>
          <ac:spMkLst>
            <pc:docMk/>
            <pc:sldMk cId="3926331931" sldId="2147375083"/>
            <ac:spMk id="6" creationId="{2472C881-BD4F-CFA1-430D-F49AB0513EE3}"/>
          </ac:spMkLst>
        </pc:spChg>
      </pc:sldChg>
      <pc:sldChg chg="modSp add del mod">
        <pc:chgData name="office ikn" userId="ad30e72e02479094" providerId="LiveId" clId="{4EBA93A5-F8B9-4F4A-AA0C-63C9C82BB2A5}" dt="2026-10-08T04:30:52.461" v="13872" actId="2696"/>
        <pc:sldMkLst>
          <pc:docMk/>
          <pc:sldMk cId="1617066888" sldId="2147375084"/>
        </pc:sldMkLst>
        <pc:spChg chg="mod">
          <ac:chgData name="office ikn" userId="ad30e72e02479094" providerId="LiveId" clId="{4EBA93A5-F8B9-4F4A-AA0C-63C9C82BB2A5}" dt="2026-10-08T03:58:23.342" v="13279" actId="20577"/>
          <ac:spMkLst>
            <pc:docMk/>
            <pc:sldMk cId="1617066888" sldId="2147375084"/>
            <ac:spMk id="6" creationId="{A1AD06C5-B213-C773-BA58-0C4CE3585ACD}"/>
          </ac:spMkLst>
        </pc:spChg>
      </pc:sldChg>
      <pc:sldChg chg="modSp add del mod">
        <pc:chgData name="office ikn" userId="ad30e72e02479094" providerId="LiveId" clId="{4EBA93A5-F8B9-4F4A-AA0C-63C9C82BB2A5}" dt="2026-10-08T04:30:55.542" v="13873" actId="2696"/>
        <pc:sldMkLst>
          <pc:docMk/>
          <pc:sldMk cId="2667348724" sldId="2147375085"/>
        </pc:sldMkLst>
        <pc:spChg chg="mod">
          <ac:chgData name="office ikn" userId="ad30e72e02479094" providerId="LiveId" clId="{4EBA93A5-F8B9-4F4A-AA0C-63C9C82BB2A5}" dt="2026-10-08T04:00:21.005" v="13285" actId="20577"/>
          <ac:spMkLst>
            <pc:docMk/>
            <pc:sldMk cId="2667348724" sldId="2147375085"/>
            <ac:spMk id="6" creationId="{2472C881-BD4F-CFA1-430D-F49AB0513EE3}"/>
          </ac:spMkLst>
        </pc:spChg>
      </pc:sldChg>
      <pc:sldChg chg="add del">
        <pc:chgData name="office ikn" userId="ad30e72e02479094" providerId="LiveId" clId="{4EBA93A5-F8B9-4F4A-AA0C-63C9C82BB2A5}" dt="2026-10-08T04:27:02.240" v="13825" actId="2696"/>
        <pc:sldMkLst>
          <pc:docMk/>
          <pc:sldMk cId="2734348198" sldId="2147375086"/>
        </pc:sldMkLst>
      </pc:sldChg>
      <pc:sldChg chg="modSp add mod">
        <pc:chgData name="office ikn" userId="ad30e72e02479094" providerId="LiveId" clId="{4EBA93A5-F8B9-4F4A-AA0C-63C9C82BB2A5}" dt="2026-10-08T10:53:30.259" v="16398" actId="5793"/>
        <pc:sldMkLst>
          <pc:docMk/>
          <pc:sldMk cId="644668934" sldId="2147375087"/>
        </pc:sldMkLst>
        <pc:spChg chg="mod">
          <ac:chgData name="office ikn" userId="ad30e72e02479094" providerId="LiveId" clId="{4EBA93A5-F8B9-4F4A-AA0C-63C9C82BB2A5}" dt="2026-10-08T10:53:30.259" v="16398" actId="5793"/>
          <ac:spMkLst>
            <pc:docMk/>
            <pc:sldMk cId="644668934" sldId="2147375087"/>
            <ac:spMk id="8" creationId="{1A59D32B-99FE-9461-DB2C-D907F61464D2}"/>
          </ac:spMkLst>
        </pc:spChg>
      </pc:sldChg>
      <pc:sldChg chg="add del">
        <pc:chgData name="office ikn" userId="ad30e72e02479094" providerId="LiveId" clId="{4EBA93A5-F8B9-4F4A-AA0C-63C9C82BB2A5}" dt="2026-10-08T00:58:33.662" v="11587" actId="2696"/>
        <pc:sldMkLst>
          <pc:docMk/>
          <pc:sldMk cId="1982777506" sldId="2147375088"/>
        </pc:sldMkLst>
      </pc:sldChg>
      <pc:sldChg chg="add del">
        <pc:chgData name="office ikn" userId="ad30e72e02479094" providerId="LiveId" clId="{4EBA93A5-F8B9-4F4A-AA0C-63C9C82BB2A5}" dt="2026-10-08T00:58:37.296" v="11588" actId="2696"/>
        <pc:sldMkLst>
          <pc:docMk/>
          <pc:sldMk cId="2572393208" sldId="2147375089"/>
        </pc:sldMkLst>
      </pc:sldChg>
      <pc:sldChg chg="modSp add del mod">
        <pc:chgData name="office ikn" userId="ad30e72e02479094" providerId="LiveId" clId="{4EBA93A5-F8B9-4F4A-AA0C-63C9C82BB2A5}" dt="2026-10-08T04:31:02.621" v="13874" actId="2696"/>
        <pc:sldMkLst>
          <pc:docMk/>
          <pc:sldMk cId="2204012707" sldId="2147375090"/>
        </pc:sldMkLst>
        <pc:spChg chg="mod">
          <ac:chgData name="office ikn" userId="ad30e72e02479094" providerId="LiveId" clId="{4EBA93A5-F8B9-4F4A-AA0C-63C9C82BB2A5}" dt="2026-10-08T04:00:50.148" v="13301" actId="20577"/>
          <ac:spMkLst>
            <pc:docMk/>
            <pc:sldMk cId="2204012707" sldId="2147375090"/>
            <ac:spMk id="6" creationId="{177686B8-E199-B284-05EB-7AD4FF8097E6}"/>
          </ac:spMkLst>
        </pc:spChg>
      </pc:sldChg>
      <pc:sldChg chg="modSp add del mod">
        <pc:chgData name="office ikn" userId="ad30e72e02479094" providerId="LiveId" clId="{4EBA93A5-F8B9-4F4A-AA0C-63C9C82BB2A5}" dt="2026-10-08T04:31:06.920" v="13875" actId="2696"/>
        <pc:sldMkLst>
          <pc:docMk/>
          <pc:sldMk cId="2417338764" sldId="2147375091"/>
        </pc:sldMkLst>
        <pc:spChg chg="mod">
          <ac:chgData name="office ikn" userId="ad30e72e02479094" providerId="LiveId" clId="{4EBA93A5-F8B9-4F4A-AA0C-63C9C82BB2A5}" dt="2026-10-08T04:01:06.151" v="13307" actId="20577"/>
          <ac:spMkLst>
            <pc:docMk/>
            <pc:sldMk cId="2417338764" sldId="2147375091"/>
            <ac:spMk id="6" creationId="{A1AD06C5-B213-C773-BA58-0C4CE3585ACD}"/>
          </ac:spMkLst>
        </pc:spChg>
      </pc:sldChg>
      <pc:sldChg chg="modSp add del mod">
        <pc:chgData name="office ikn" userId="ad30e72e02479094" providerId="LiveId" clId="{4EBA93A5-F8B9-4F4A-AA0C-63C9C82BB2A5}" dt="2026-10-08T04:31:09.757" v="13876" actId="2696"/>
        <pc:sldMkLst>
          <pc:docMk/>
          <pc:sldMk cId="3002233750" sldId="2147375092"/>
        </pc:sldMkLst>
        <pc:spChg chg="mod">
          <ac:chgData name="office ikn" userId="ad30e72e02479094" providerId="LiveId" clId="{4EBA93A5-F8B9-4F4A-AA0C-63C9C82BB2A5}" dt="2026-10-08T04:01:29.613" v="13319" actId="20577"/>
          <ac:spMkLst>
            <pc:docMk/>
            <pc:sldMk cId="3002233750" sldId="2147375092"/>
            <ac:spMk id="6" creationId="{2472C881-BD4F-CFA1-430D-F49AB0513EE3}"/>
          </ac:spMkLst>
        </pc:spChg>
      </pc:sldChg>
      <pc:sldChg chg="modSp add del mod">
        <pc:chgData name="office ikn" userId="ad30e72e02479094" providerId="LiveId" clId="{4EBA93A5-F8B9-4F4A-AA0C-63C9C82BB2A5}" dt="2026-10-08T04:26:20.165" v="13799" actId="2696"/>
        <pc:sldMkLst>
          <pc:docMk/>
          <pc:sldMk cId="1958482106" sldId="2147375093"/>
        </pc:sldMkLst>
        <pc:graphicFrameChg chg="modGraphic">
          <ac:chgData name="office ikn" userId="ad30e72e02479094" providerId="LiveId" clId="{4EBA93A5-F8B9-4F4A-AA0C-63C9C82BB2A5}" dt="2026-10-08T04:03:21.392" v="13373" actId="20577"/>
          <ac:graphicFrameMkLst>
            <pc:docMk/>
            <pc:sldMk cId="1958482106" sldId="2147375093"/>
            <ac:graphicFrameMk id="5" creationId="{4BA684C9-03DB-D9DB-6DD5-BCF4371F722E}"/>
          </ac:graphicFrameMkLst>
        </pc:graphicFrameChg>
      </pc:sldChg>
      <pc:sldChg chg="add del">
        <pc:chgData name="office ikn" userId="ad30e72e02479094" providerId="LiveId" clId="{4EBA93A5-F8B9-4F4A-AA0C-63C9C82BB2A5}" dt="2026-10-08T00:58:44.068" v="11589" actId="2696"/>
        <pc:sldMkLst>
          <pc:docMk/>
          <pc:sldMk cId="1551436400" sldId="2147375094"/>
        </pc:sldMkLst>
      </pc:sldChg>
      <pc:sldChg chg="add del">
        <pc:chgData name="office ikn" userId="ad30e72e02479094" providerId="LiveId" clId="{4EBA93A5-F8B9-4F4A-AA0C-63C9C82BB2A5}" dt="2026-10-08T00:58:46.636" v="11590" actId="2696"/>
        <pc:sldMkLst>
          <pc:docMk/>
          <pc:sldMk cId="766313775" sldId="2147375095"/>
        </pc:sldMkLst>
      </pc:sldChg>
      <pc:sldChg chg="modSp add mod">
        <pc:chgData name="office ikn" userId="ad30e72e02479094" providerId="LiveId" clId="{4EBA93A5-F8B9-4F4A-AA0C-63C9C82BB2A5}" dt="2026-10-08T11:00:46.823" v="16414" actId="20577"/>
        <pc:sldMkLst>
          <pc:docMk/>
          <pc:sldMk cId="3275042534" sldId="2147375096"/>
        </pc:sldMkLst>
        <pc:spChg chg="mod">
          <ac:chgData name="office ikn" userId="ad30e72e02479094" providerId="LiveId" clId="{4EBA93A5-F8B9-4F4A-AA0C-63C9C82BB2A5}" dt="2026-10-08T09:45:08.777" v="16386" actId="20577"/>
          <ac:spMkLst>
            <pc:docMk/>
            <pc:sldMk cId="3275042534" sldId="2147375096"/>
            <ac:spMk id="2" creationId="{D796BDB8-E042-F9E0-944E-C03A60717B6D}"/>
          </ac:spMkLst>
        </pc:spChg>
        <pc:spChg chg="mod">
          <ac:chgData name="office ikn" userId="ad30e72e02479094" providerId="LiveId" clId="{4EBA93A5-F8B9-4F4A-AA0C-63C9C82BB2A5}" dt="2026-10-08T11:00:46.823" v="16414" actId="20577"/>
          <ac:spMkLst>
            <pc:docMk/>
            <pc:sldMk cId="3275042534" sldId="2147375096"/>
            <ac:spMk id="6" creationId="{177686B8-E199-B284-05EB-7AD4FF8097E6}"/>
          </ac:spMkLst>
        </pc:spChg>
        <pc:graphicFrameChg chg="modGraphic">
          <ac:chgData name="office ikn" userId="ad30e72e02479094" providerId="LiveId" clId="{4EBA93A5-F8B9-4F4A-AA0C-63C9C82BB2A5}" dt="2026-10-08T05:38:39.024" v="14042" actId="20577"/>
          <ac:graphicFrameMkLst>
            <pc:docMk/>
            <pc:sldMk cId="3275042534" sldId="2147375096"/>
            <ac:graphicFrameMk id="5" creationId="{F2D04FAE-FB8E-3073-E6FE-54A05CB2DA2A}"/>
          </ac:graphicFrameMkLst>
        </pc:graphicFrameChg>
      </pc:sldChg>
      <pc:sldChg chg="modSp add mod">
        <pc:chgData name="office ikn" userId="ad30e72e02479094" providerId="LiveId" clId="{4EBA93A5-F8B9-4F4A-AA0C-63C9C82BB2A5}" dt="2026-10-08T10:56:46.792" v="16405" actId="114"/>
        <pc:sldMkLst>
          <pc:docMk/>
          <pc:sldMk cId="721827517" sldId="2147375097"/>
        </pc:sldMkLst>
        <pc:spChg chg="mod">
          <ac:chgData name="office ikn" userId="ad30e72e02479094" providerId="LiveId" clId="{4EBA93A5-F8B9-4F4A-AA0C-63C9C82BB2A5}" dt="2026-10-08T09:44:28.313" v="16357" actId="20577"/>
          <ac:spMkLst>
            <pc:docMk/>
            <pc:sldMk cId="721827517" sldId="2147375097"/>
            <ac:spMk id="2" creationId="{7DBC8599-C7AA-CD14-7689-9D05A5BC84B6}"/>
          </ac:spMkLst>
        </pc:spChg>
        <pc:spChg chg="mod">
          <ac:chgData name="office ikn" userId="ad30e72e02479094" providerId="LiveId" clId="{4EBA93A5-F8B9-4F4A-AA0C-63C9C82BB2A5}" dt="2026-10-08T10:56:46.792" v="16405" actId="114"/>
          <ac:spMkLst>
            <pc:docMk/>
            <pc:sldMk cId="721827517" sldId="2147375097"/>
            <ac:spMk id="6" creationId="{A1AD06C5-B213-C773-BA58-0C4CE3585ACD}"/>
          </ac:spMkLst>
        </pc:spChg>
        <pc:graphicFrameChg chg="modGraphic">
          <ac:chgData name="office ikn" userId="ad30e72e02479094" providerId="LiveId" clId="{4EBA93A5-F8B9-4F4A-AA0C-63C9C82BB2A5}" dt="2026-10-08T06:27:13.333" v="14180" actId="20577"/>
          <ac:graphicFrameMkLst>
            <pc:docMk/>
            <pc:sldMk cId="721827517" sldId="2147375097"/>
            <ac:graphicFrameMk id="5" creationId="{042DDF50-D124-5DEE-4E9D-BD4991001077}"/>
          </ac:graphicFrameMkLst>
        </pc:graphicFrameChg>
      </pc:sldChg>
      <pc:sldChg chg="addSp delSp modSp add mod ord">
        <pc:chgData name="office ikn" userId="ad30e72e02479094" providerId="LiveId" clId="{4EBA93A5-F8B9-4F4A-AA0C-63C9C82BB2A5}" dt="2026-10-08T09:43:06.861" v="16342" actId="20577"/>
        <pc:sldMkLst>
          <pc:docMk/>
          <pc:sldMk cId="2851409714" sldId="2147375098"/>
        </pc:sldMkLst>
        <pc:spChg chg="mod">
          <ac:chgData name="office ikn" userId="ad30e72e02479094" providerId="LiveId" clId="{4EBA93A5-F8B9-4F4A-AA0C-63C9C82BB2A5}" dt="2026-10-08T09:30:04.384" v="15058" actId="14100"/>
          <ac:spMkLst>
            <pc:docMk/>
            <pc:sldMk cId="2851409714" sldId="2147375098"/>
            <ac:spMk id="2" creationId="{E104CCD8-1DE1-57D6-FB8C-F56A76509100}"/>
          </ac:spMkLst>
        </pc:spChg>
        <pc:spChg chg="mod">
          <ac:chgData name="office ikn" userId="ad30e72e02479094" providerId="LiveId" clId="{4EBA93A5-F8B9-4F4A-AA0C-63C9C82BB2A5}" dt="2026-10-08T09:43:06.861" v="16342" actId="20577"/>
          <ac:spMkLst>
            <pc:docMk/>
            <pc:sldMk cId="2851409714" sldId="2147375098"/>
            <ac:spMk id="6" creationId="{2472C881-BD4F-CFA1-430D-F49AB0513EE3}"/>
          </ac:spMkLst>
        </pc:spChg>
        <pc:spChg chg="add del mod">
          <ac:chgData name="office ikn" userId="ad30e72e02479094" providerId="LiveId" clId="{4EBA93A5-F8B9-4F4A-AA0C-63C9C82BB2A5}" dt="2026-10-08T09:41:32.163" v="16330" actId="21"/>
          <ac:spMkLst>
            <pc:docMk/>
            <pc:sldMk cId="2851409714" sldId="2147375098"/>
            <ac:spMk id="8" creationId="{BBF5370C-4307-FB93-FF22-9400E0440F1D}"/>
          </ac:spMkLst>
        </pc:spChg>
        <pc:graphicFrameChg chg="mod modGraphic">
          <ac:chgData name="office ikn" userId="ad30e72e02479094" providerId="LiveId" clId="{4EBA93A5-F8B9-4F4A-AA0C-63C9C82BB2A5}" dt="2026-10-08T09:42:02.687" v="16337" actId="1076"/>
          <ac:graphicFrameMkLst>
            <pc:docMk/>
            <pc:sldMk cId="2851409714" sldId="2147375098"/>
            <ac:graphicFrameMk id="3" creationId="{B7269F9A-8E0E-01B6-53DF-32CAE989761A}"/>
          </ac:graphicFrameMkLst>
        </pc:graphicFrameChg>
        <pc:graphicFrameChg chg="del modGraphic">
          <ac:chgData name="office ikn" userId="ad30e72e02479094" providerId="LiveId" clId="{4EBA93A5-F8B9-4F4A-AA0C-63C9C82BB2A5}" dt="2026-10-08T09:41:27.541" v="16329" actId="21"/>
          <ac:graphicFrameMkLst>
            <pc:docMk/>
            <pc:sldMk cId="2851409714" sldId="2147375098"/>
            <ac:graphicFrameMk id="5" creationId="{43139C56-871E-A500-02AE-891A3AD223D2}"/>
          </ac:graphicFrameMkLst>
        </pc:graphicFrameChg>
      </pc:sldChg>
      <pc:sldChg chg="modSp add del mod">
        <pc:chgData name="office ikn" userId="ad30e72e02479094" providerId="LiveId" clId="{4EBA93A5-F8B9-4F4A-AA0C-63C9C82BB2A5}" dt="2026-10-08T04:25:28.450" v="13769" actId="2696"/>
        <pc:sldMkLst>
          <pc:docMk/>
          <pc:sldMk cId="3123979553" sldId="2147375099"/>
        </pc:sldMkLst>
        <pc:graphicFrameChg chg="modGraphic">
          <ac:chgData name="office ikn" userId="ad30e72e02479094" providerId="LiveId" clId="{4EBA93A5-F8B9-4F4A-AA0C-63C9C82BB2A5}" dt="2026-10-08T04:02:43.744" v="13363" actId="20577"/>
          <ac:graphicFrameMkLst>
            <pc:docMk/>
            <pc:sldMk cId="3123979553" sldId="2147375099"/>
            <ac:graphicFrameMk id="5" creationId="{4BA684C9-03DB-D9DB-6DD5-BCF4371F722E}"/>
          </ac:graphicFrameMkLst>
        </pc:graphicFrameChg>
      </pc:sldChg>
      <pc:sldChg chg="delSp modSp add mod">
        <pc:chgData name="office ikn" userId="ad30e72e02479094" providerId="LiveId" clId="{4EBA93A5-F8B9-4F4A-AA0C-63C9C82BB2A5}" dt="2026-10-08T01:31:16.961" v="12252" actId="20577"/>
        <pc:sldMkLst>
          <pc:docMk/>
          <pc:sldMk cId="3436247688" sldId="2147375100"/>
        </pc:sldMkLst>
        <pc:spChg chg="del">
          <ac:chgData name="office ikn" userId="ad30e72e02479094" providerId="LiveId" clId="{4EBA93A5-F8B9-4F4A-AA0C-63C9C82BB2A5}" dt="2026-10-08T01:30:52.138" v="12241" actId="21"/>
          <ac:spMkLst>
            <pc:docMk/>
            <pc:sldMk cId="3436247688" sldId="2147375100"/>
            <ac:spMk id="4" creationId="{5C31D709-1FAF-DCF2-F16B-0EB8E4AD6FCE}"/>
          </ac:spMkLst>
        </pc:spChg>
        <pc:spChg chg="mod">
          <ac:chgData name="office ikn" userId="ad30e72e02479094" providerId="LiveId" clId="{4EBA93A5-F8B9-4F4A-AA0C-63C9C82BB2A5}" dt="2026-10-08T01:31:16.961" v="12252" actId="20577"/>
          <ac:spMkLst>
            <pc:docMk/>
            <pc:sldMk cId="3436247688" sldId="2147375100"/>
            <ac:spMk id="9" creationId="{B378873B-DB9B-C940-25C9-16A3AC6F7429}"/>
          </ac:spMkLst>
        </pc:spChg>
      </pc:sldChg>
      <pc:sldChg chg="modSp add mod">
        <pc:chgData name="office ikn" userId="ad30e72e02479094" providerId="LiveId" clId="{4EBA93A5-F8B9-4F4A-AA0C-63C9C82BB2A5}" dt="2026-10-08T10:58:52.370" v="16408" actId="114"/>
        <pc:sldMkLst>
          <pc:docMk/>
          <pc:sldMk cId="824948069" sldId="2147375101"/>
        </pc:sldMkLst>
        <pc:spChg chg="mod">
          <ac:chgData name="office ikn" userId="ad30e72e02479094" providerId="LiveId" clId="{4EBA93A5-F8B9-4F4A-AA0C-63C9C82BB2A5}" dt="2026-10-08T06:46:08.173" v="14284" actId="20577"/>
          <ac:spMkLst>
            <pc:docMk/>
            <pc:sldMk cId="824948069" sldId="2147375101"/>
            <ac:spMk id="2" creationId="{5E1B750F-84B8-3375-64F1-7DD64AC716D1}"/>
          </ac:spMkLst>
        </pc:spChg>
        <pc:graphicFrameChg chg="modGraphic">
          <ac:chgData name="office ikn" userId="ad30e72e02479094" providerId="LiveId" clId="{4EBA93A5-F8B9-4F4A-AA0C-63C9C82BB2A5}" dt="2026-10-08T10:58:52.370" v="16408" actId="114"/>
          <ac:graphicFrameMkLst>
            <pc:docMk/>
            <pc:sldMk cId="824948069" sldId="2147375101"/>
            <ac:graphicFrameMk id="5" creationId="{5AEFD494-E7A3-99E2-6F76-480FB20A60FD}"/>
          </ac:graphicFrameMkLst>
        </pc:graphicFrameChg>
      </pc:sldChg>
      <pc:sldChg chg="modSp add del mod">
        <pc:chgData name="office ikn" userId="ad30e72e02479094" providerId="LiveId" clId="{4EBA93A5-F8B9-4F4A-AA0C-63C9C82BB2A5}" dt="2026-10-08T04:34:12.316" v="13900" actId="2696"/>
        <pc:sldMkLst>
          <pc:docMk/>
          <pc:sldMk cId="85266954" sldId="2147375102"/>
        </pc:sldMkLst>
        <pc:spChg chg="mod">
          <ac:chgData name="office ikn" userId="ad30e72e02479094" providerId="LiveId" clId="{4EBA93A5-F8B9-4F4A-AA0C-63C9C82BB2A5}" dt="2026-10-08T04:26:31.440" v="13817" actId="20577"/>
          <ac:spMkLst>
            <pc:docMk/>
            <pc:sldMk cId="85266954" sldId="2147375102"/>
            <ac:spMk id="2" creationId="{2653D10B-B168-A8DC-438F-BB802AB7B90E}"/>
          </ac:spMkLst>
        </pc:spChg>
      </pc:sldChg>
      <pc:sldChg chg="addSp delSp modSp add mod">
        <pc:chgData name="office ikn" userId="ad30e72e02479094" providerId="LiveId" clId="{4EBA93A5-F8B9-4F4A-AA0C-63C9C82BB2A5}" dt="2026-10-08T09:40:43.038" v="16324" actId="255"/>
        <pc:sldMkLst>
          <pc:docMk/>
          <pc:sldMk cId="1129243869" sldId="2147375102"/>
        </pc:sldMkLst>
        <pc:spChg chg="mod">
          <ac:chgData name="office ikn" userId="ad30e72e02479094" providerId="LiveId" clId="{4EBA93A5-F8B9-4F4A-AA0C-63C9C82BB2A5}" dt="2026-10-08T09:40:17.284" v="16317" actId="20577"/>
          <ac:spMkLst>
            <pc:docMk/>
            <pc:sldMk cId="1129243869" sldId="2147375102"/>
            <ac:spMk id="2" creationId="{1425E13E-92F4-33A5-4D36-71D61F70B95C}"/>
          </ac:spMkLst>
        </pc:spChg>
        <pc:spChg chg="mod">
          <ac:chgData name="office ikn" userId="ad30e72e02479094" providerId="LiveId" clId="{4EBA93A5-F8B9-4F4A-AA0C-63C9C82BB2A5}" dt="2026-10-08T09:40:43.038" v="16324" actId="255"/>
          <ac:spMkLst>
            <pc:docMk/>
            <pc:sldMk cId="1129243869" sldId="2147375102"/>
            <ac:spMk id="6" creationId="{709736AE-D950-24E4-07AD-91C18F335296}"/>
          </ac:spMkLst>
        </pc:spChg>
        <pc:spChg chg="add del mod">
          <ac:chgData name="office ikn" userId="ad30e72e02479094" providerId="LiveId" clId="{4EBA93A5-F8B9-4F4A-AA0C-63C9C82BB2A5}" dt="2026-10-08T09:40:25.030" v="16319" actId="21"/>
          <ac:spMkLst>
            <pc:docMk/>
            <pc:sldMk cId="1129243869" sldId="2147375102"/>
            <ac:spMk id="7" creationId="{EB46A8D7-85E3-BE03-C98C-D91F8E79A4BE}"/>
          </ac:spMkLst>
        </pc:spChg>
        <pc:graphicFrameChg chg="del">
          <ac:chgData name="office ikn" userId="ad30e72e02479094" providerId="LiveId" clId="{4EBA93A5-F8B9-4F4A-AA0C-63C9C82BB2A5}" dt="2026-10-08T09:40:01.942" v="16265" actId="21"/>
          <ac:graphicFrameMkLst>
            <pc:docMk/>
            <pc:sldMk cId="1129243869" sldId="2147375102"/>
            <ac:graphicFrameMk id="5" creationId="{B7661352-B64F-CDF8-BA30-563DA088F253}"/>
          </ac:graphicFrameMkLst>
        </pc:graphicFrameChg>
      </pc:sldChg>
      <pc:sldChg chg="modSp add del mod">
        <pc:chgData name="office ikn" userId="ad30e72e02479094" providerId="LiveId" clId="{4EBA93A5-F8B9-4F4A-AA0C-63C9C82BB2A5}" dt="2026-10-08T04:33:54.204" v="13899" actId="2696"/>
        <pc:sldMkLst>
          <pc:docMk/>
          <pc:sldMk cId="667115330" sldId="2147375103"/>
        </pc:sldMkLst>
        <pc:spChg chg="mod">
          <ac:chgData name="office ikn" userId="ad30e72e02479094" providerId="LiveId" clId="{4EBA93A5-F8B9-4F4A-AA0C-63C9C82BB2A5}" dt="2026-10-08T04:26:56.900" v="13824" actId="20577"/>
          <ac:spMkLst>
            <pc:docMk/>
            <pc:sldMk cId="667115330" sldId="2147375103"/>
            <ac:spMk id="2" creationId="{D0D20042-1D6C-B164-E0B4-7BC8DDDAD090}"/>
          </ac:spMkLst>
        </pc:spChg>
      </pc:sldChg>
      <pc:sldChg chg="modSp add mod">
        <pc:chgData name="office ikn" userId="ad30e72e02479094" providerId="LiveId" clId="{4EBA93A5-F8B9-4F4A-AA0C-63C9C82BB2A5}" dt="2026-10-08T10:55:57.552" v="16403" actId="114"/>
        <pc:sldMkLst>
          <pc:docMk/>
          <pc:sldMk cId="2712359774" sldId="2147375103"/>
        </pc:sldMkLst>
        <pc:spChg chg="mod">
          <ac:chgData name="office ikn" userId="ad30e72e02479094" providerId="LiveId" clId="{4EBA93A5-F8B9-4F4A-AA0C-63C9C82BB2A5}" dt="2026-10-08T09:44:59.982" v="16378" actId="20577"/>
          <ac:spMkLst>
            <pc:docMk/>
            <pc:sldMk cId="2712359774" sldId="2147375103"/>
            <ac:spMk id="2" creationId="{7B55DCEF-5E02-34F4-EE18-0D40E32FB7A0}"/>
          </ac:spMkLst>
        </pc:spChg>
        <pc:spChg chg="mod">
          <ac:chgData name="office ikn" userId="ad30e72e02479094" providerId="LiveId" clId="{4EBA93A5-F8B9-4F4A-AA0C-63C9C82BB2A5}" dt="2026-10-08T10:55:57.552" v="16403" actId="114"/>
          <ac:spMkLst>
            <pc:docMk/>
            <pc:sldMk cId="2712359774" sldId="2147375103"/>
            <ac:spMk id="6" creationId="{6898AD76-A2EF-A692-6EEF-183CE2531010}"/>
          </ac:spMkLst>
        </pc:spChg>
      </pc:sldChg>
      <pc:sldChg chg="modSp add mod">
        <pc:chgData name="office ikn" userId="ad30e72e02479094" providerId="LiveId" clId="{4EBA93A5-F8B9-4F4A-AA0C-63C9C82BB2A5}" dt="2026-10-08T10:57:12.284" v="16406" actId="255"/>
        <pc:sldMkLst>
          <pc:docMk/>
          <pc:sldMk cId="2209245908" sldId="2147375104"/>
        </pc:sldMkLst>
        <pc:spChg chg="mod">
          <ac:chgData name="office ikn" userId="ad30e72e02479094" providerId="LiveId" clId="{4EBA93A5-F8B9-4F4A-AA0C-63C9C82BB2A5}" dt="2026-10-08T09:44:52.492" v="16370" actId="20577"/>
          <ac:spMkLst>
            <pc:docMk/>
            <pc:sldMk cId="2209245908" sldId="2147375104"/>
            <ac:spMk id="2" creationId="{EDDF75B4-6211-A157-0EA8-0DBD79C61E69}"/>
          </ac:spMkLst>
        </pc:spChg>
        <pc:spChg chg="mod">
          <ac:chgData name="office ikn" userId="ad30e72e02479094" providerId="LiveId" clId="{4EBA93A5-F8B9-4F4A-AA0C-63C9C82BB2A5}" dt="2026-10-08T10:57:12.284" v="16406" actId="255"/>
          <ac:spMkLst>
            <pc:docMk/>
            <pc:sldMk cId="2209245908" sldId="2147375104"/>
            <ac:spMk id="6" creationId="{92D3051B-D8E3-EE3A-1E6A-82E7DB05CB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D349A-81C9-443C-A9FB-A1978F8DD23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2B2FA-80E9-4676-BC4D-E60A67A6D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8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5225" y="1168400"/>
            <a:ext cx="5622925" cy="3162300"/>
          </a:xfrm>
        </p:spPr>
      </p:sp>
      <p:sp>
        <p:nvSpPr>
          <p:cNvPr id="10487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507">
              <a:defRPr/>
            </a:pPr>
            <a:endParaRPr lang="en-US" sz="800"/>
          </a:p>
        </p:txBody>
      </p:sp>
      <p:sp>
        <p:nvSpPr>
          <p:cNvPr id="10487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923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72CBD6-C618-4437-9BB4-8D7F1465711C}" type="slidenum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4923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4477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364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B005-A567-465F-197F-56F6CA25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2C024-597C-E63A-B9C1-39F730F23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7BD73-23F1-D77D-F460-B702FBBEC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E097D-9045-7544-BB64-C95CC72DB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945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3325-F380-0A4B-1055-69FAC40FA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541BE-68B4-8267-CA31-C034BB19C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DC9DF-A139-409F-9B37-5045A601A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E0419-D4BB-BCD7-400B-905FEE000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275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BB56-6DC5-55E8-F602-7677D436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F7662-A756-60FE-CFC0-09ECEC7F2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958F9-73E3-9A78-E2AA-34A2ECCC7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32085-3405-23F7-062E-738D30EC1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436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673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9ED9-02BF-605E-F77F-0598D95E6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E73A9-4BA1-3B83-1BC9-7B57BD63B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55A0D-9C58-24AE-F271-933F84AA5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904C1-5D96-3B90-C572-F0E4D2E81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428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860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A1B3-9AF3-C607-6D64-DEBADD55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9E026-15FD-8299-2D6C-1227FCE77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DB145-E990-E712-4A15-C6FA38889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F0C99-DA75-A5B8-FEE0-1621A52D0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87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685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126-BEA7-980D-AAE7-C144C82A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9549F-EF1F-1664-748A-7E1D76A86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FF81C-F577-BA74-9D41-250C3DC5E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5FA29-3E39-F875-87AE-671CDA878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211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072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512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621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353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793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7984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8E912-8469-E043-AEDF-8AAB8634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4D5F0-F022-2CDA-A5A8-F5438FE3C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4B487-184C-14E5-5A4C-F7AB012C1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2F678-8355-2B19-9C73-60BF56948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9519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A20FD-9F00-55EE-6928-10D26C14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B9001-D857-65BE-021C-BED88C5F0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BC268-6DF4-61E3-B20E-1A3B32A9C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A3F7B-FC0E-313A-AC61-CF5D67B05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411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ED755-6874-D6BC-5EA8-239C5667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059CF-B605-5781-CAB6-5E806CDC1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EDDFA-5E8A-E25E-4DD3-E3E5ACCA8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E91A3-F291-2D42-0D32-3FFF6A440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4024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E05AC-0634-BE17-60A2-B5223377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1A486-CD5F-20BE-34B5-7A8AE8457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11CAB-53FC-EB45-82F0-5C2E36B0C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DD246-8801-EE4B-0F7F-A181A7D3A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8293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D63D-A6D2-2A35-1AD5-6AB0FBBF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B65A5-E6DB-24A3-2A06-365254548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E54A7-C790-6D9D-F1E0-174A50776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A75E1-A873-A237-63CA-DE660CB8B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7714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2716-D111-D854-1690-60D1B8EA4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BDE35-29A9-E559-54E6-A1250D7B2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D378C-F587-7E27-9262-B6BBA0ECF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83C4F-8306-EF4D-E0CB-CC76FD88D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156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9DB83-3786-F8AC-C18D-94E9A23B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3D918-40C6-6608-E710-40E3BC105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0901C-6AC9-32E8-3B3B-993D0A438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FB211-4C44-D26B-3555-6D5BE840B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685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6A82-379E-2103-6E5E-640C2A58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EC611-13F6-7769-EC31-24E6C1822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3BF21-983A-C3FF-A929-11AD731BA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5C488-E5AB-7659-F5F5-706BB9DBD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0052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93D0B-3B4E-3727-8976-1D0D1F15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19A27-93E9-ACE7-4F2D-0EB84CF9E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4AD2E-0AF3-A22E-F39E-8DDD996E3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F4229-6CEB-9B84-BC53-8E6B319B9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8083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6949F-8A23-0348-8243-D0587C04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7CC55-6F1D-9BAA-18D1-8930DC75C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B1F16-A563-3DAE-A14A-9A5CC4ABB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6B261-90AB-0C86-1ED2-8D7412F82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2B2FA-80E9-4676-BC4D-E60A67A6D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193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D1D39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4A06C-382B-442F-9998-D792BF64F04F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649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D1D39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62CBD-8ECD-491B-A00A-3E0DF7FE0AAD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4618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02474"/>
            <a:ext cx="12074963" cy="58555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7609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D0D26-9310-4FD1-B162-F12AEACA0C6C}" type="datetime1">
              <a:rPr lang="en-US" smtClean="0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560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019" y="-2"/>
            <a:ext cx="10134981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6191" y="1879092"/>
            <a:ext cx="5657088" cy="22143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7003" y="3098292"/>
            <a:ext cx="4535424" cy="22143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07E37-F1A6-46AF-BF38-AE3F4A9CE64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676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7DEEC-13FB-4F57-95A2-44C291920FDB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518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A798-6C71-4F44-B03C-B94522F7DF08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43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A5711-9D2E-4936-AF72-7E3B1E3E76DD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7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7E5C-E302-470B-8497-516A7B01A363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3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1A07C-9E0C-48D5-9CDE-0214A26505B7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98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DF7E-AE2A-42D6-8111-4B4EFD6ADC96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CC4F-1048-43A9-BC3B-0E8C8C07B593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16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8DE2-E967-46DA-929C-18EC932A1C6B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58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D9866-65E9-4258-97AA-B6B03BBD6E18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6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637C-5DF5-4AB8-80ED-0C79299FBBB6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71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CF31B-8FDF-49A8-A9DA-5ADCC4BDC360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26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97F-DE7B-4A7F-9081-A93E83AD2F36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90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3FE3-D7A5-C6D9-E72F-2819C719E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5DE21-613D-5FE0-8601-04F0B2CEE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5538C-A850-6D24-77B5-E1597D9F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9E4A-14DE-403F-A12C-C2594DEA6159}" type="datetime1">
              <a:rPr lang="en-US" smtClean="0"/>
              <a:t>10/8/2026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C83DE-7A59-4409-E310-52433592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EC322-B8F9-27A4-0936-EEE3A2BF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6819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5302A-9A56-E123-F548-A464B4BE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CA9E-164D-475F-E397-43391741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5044-6A74-A460-8203-4DB058C3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8E1D-7E0A-44BC-8D0A-CBE185733192}" type="datetime1">
              <a:rPr lang="en-US" smtClean="0"/>
              <a:t>10/8/2026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C2427-ABDD-5FB2-07D8-2ADC997E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C0187-A252-9305-752B-E9BC988D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8954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B3B9-121D-5281-27AC-97EB15B9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D9A19-0E9C-927A-7FFE-C590EA217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F25FB-CF74-44E4-B38C-0345B9F95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C823-8BA4-4FAC-9724-F42A75CBE34A}" type="datetime1">
              <a:rPr lang="en-US" smtClean="0"/>
              <a:t>10/8/2026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74955-7B3A-3FE6-C86C-C294B36F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D50C0-75AF-9D6B-88D6-A092D5B3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6162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A4A9-D8B4-225B-D693-478DEFCF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04E9-952D-5A74-50FF-E038BC0D4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015BC-E0DC-4E1F-0D80-3DC13CB5D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8D6C3-5D33-6A0C-A6B7-1B7811785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E8E7-CF54-4439-BD79-E3AAF5C5ACD0}" type="datetime1">
              <a:rPr lang="en-US" smtClean="0"/>
              <a:t>10/8/2026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FCDC3-C3EC-01F6-8F84-EFE75D4B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0E7DD-7333-88D5-4039-7F6351DD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68208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30CE-5A58-DF19-04C5-CAC0D1748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5ED6E-7246-5A01-C04E-827AC6FEB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DFFCC-F61F-0F26-4750-CED45334F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F0748-D4E1-D733-B5C9-582A93841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EC680A-71DF-70DD-9647-9A67CE894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FCE1C-1495-4DFD-B05C-8343230D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EC6C-358B-4799-83CD-DF844E73974D}" type="datetime1">
              <a:rPr lang="en-US" smtClean="0"/>
              <a:t>10/8/2026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6668B-73CB-198A-2EE3-6D814F1F8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47E19-6555-95A8-CAA7-EC54FC27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1066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6CF0-BE91-0FFB-62C0-5585B1587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8C262-AC44-83CA-CB21-77EE7921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993B-43A4-47B6-AA32-A2B2624C33F4}" type="datetime1">
              <a:rPr lang="en-US" smtClean="0"/>
              <a:t>10/8/2026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4A55E-4E94-B32B-773E-A0FD0E4E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97D06-6ED7-F3C4-AB11-09F3FE51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79895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86278-A579-572A-D55F-14E0CFEE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1E0C-6435-49B3-B4AD-4E995301ACC4}" type="datetime1">
              <a:rPr lang="en-US" smtClean="0"/>
              <a:t>10/8/2026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D10459-BFD9-A331-A45E-367E1140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24A35-1A38-D2FE-063D-7197520D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37680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94554-E8BC-688B-C688-2B76265D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AC37-0E08-78C8-B62F-A022981AB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1F8A4-3F5F-A94A-4E5B-D4A2B18F8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2A224-0CCE-E7D4-C750-A8E14C8CC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9990-F956-4231-8803-40C9411D742D}" type="datetime1">
              <a:rPr lang="en-US" smtClean="0"/>
              <a:t>10/8/2026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19ACD-8050-1EEE-47E7-E87551F9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708AA-9803-0E84-E286-E39D5696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30288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BCBF-B033-BE9D-67E0-CFACCDF9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05AA2-FB67-A74C-D599-FD77D1D16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48E19-02BA-F4CA-ACD2-D1BF2A96B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70977-5C58-55D7-7110-A69C0E2A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D527-A858-4B58-8560-2B37A179439F}" type="datetime1">
              <a:rPr lang="en-US" smtClean="0"/>
              <a:t>10/8/2026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4A12D-5591-9BA0-FCA1-F918E256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7D3F7-6A25-9F99-89D2-84688583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30298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8F0A-5BEF-2B46-1D7B-A681B66D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5CA90-18D3-AC9D-4FDC-AE810B3B6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AE888-2D6F-25E2-2A88-B69134CE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96B32-B044-4720-8215-1A38D9D15E94}" type="datetime1">
              <a:rPr lang="en-US" smtClean="0"/>
              <a:t>10/8/2026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9003-B9AF-206F-46EA-2A7920C1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DDEE5-D909-9E2A-C849-D0198915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34655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FF162-3C20-623E-D48F-482D2CA9B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64E64-432C-67DA-D550-455726338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6688-6E87-DE71-9792-54514291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9F674-5E4B-45AD-9DA2-43ED567FF707}" type="datetime1">
              <a:rPr lang="en-US" smtClean="0"/>
              <a:t>10/8/2026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30ACE-AF46-E1BE-F6A1-0AE1847C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4C9C6-63A5-67E1-66C4-6A1F4416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98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7609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65608"/>
            <a:ext cx="9246184" cy="533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4202" y="1340358"/>
            <a:ext cx="7097649" cy="354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D1D39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D3F9E-04AE-4A24-B9CE-CB4F735736C7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112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C12BA-E6BA-41F6-BDC5-A1FD153BFDF1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0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3F92A3-2A9F-0A56-4552-A605A0DE0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85E2D-D531-980B-216D-44746DBA4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B6DC5-0D60-A33C-2437-5DCA21F72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C7573-9C00-4AB4-BF09-2FB76B2213D1}" type="datetime1">
              <a:rPr lang="en-US" smtClean="0"/>
              <a:t>10/8/2026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580E2-C367-6F3F-C99F-310557411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612C2-E24F-D901-9B29-EE5FF67ED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B2CBF-EA32-41A8-A63E-76B41839A5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6230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7264" y="0"/>
            <a:ext cx="4851835" cy="7012114"/>
            <a:chOff x="0" y="0"/>
            <a:chExt cx="606592" cy="8766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6592" cy="876677"/>
            </a:xfrm>
            <a:custGeom>
              <a:avLst/>
              <a:gdLst/>
              <a:ahLst/>
              <a:cxnLst/>
              <a:rect l="l" t="t" r="r" b="b"/>
              <a:pathLst>
                <a:path w="606592" h="876677">
                  <a:moveTo>
                    <a:pt x="24467" y="0"/>
                  </a:moveTo>
                  <a:lnTo>
                    <a:pt x="582125" y="0"/>
                  </a:lnTo>
                  <a:cubicBezTo>
                    <a:pt x="588614" y="0"/>
                    <a:pt x="594837" y="2578"/>
                    <a:pt x="599426" y="7166"/>
                  </a:cubicBezTo>
                  <a:cubicBezTo>
                    <a:pt x="604014" y="11755"/>
                    <a:pt x="606592" y="17978"/>
                    <a:pt x="606592" y="24467"/>
                  </a:cubicBezTo>
                  <a:lnTo>
                    <a:pt x="606592" y="852210"/>
                  </a:lnTo>
                  <a:cubicBezTo>
                    <a:pt x="606592" y="858699"/>
                    <a:pt x="604014" y="864922"/>
                    <a:pt x="599426" y="869510"/>
                  </a:cubicBezTo>
                  <a:cubicBezTo>
                    <a:pt x="594837" y="874099"/>
                    <a:pt x="588614" y="876677"/>
                    <a:pt x="582125" y="876677"/>
                  </a:cubicBezTo>
                  <a:lnTo>
                    <a:pt x="24467" y="876677"/>
                  </a:lnTo>
                  <a:cubicBezTo>
                    <a:pt x="10954" y="876677"/>
                    <a:pt x="0" y="865722"/>
                    <a:pt x="0" y="852210"/>
                  </a:cubicBezTo>
                  <a:lnTo>
                    <a:pt x="0" y="24467"/>
                  </a:lnTo>
                  <a:cubicBezTo>
                    <a:pt x="0" y="10954"/>
                    <a:pt x="10954" y="0"/>
                    <a:pt x="24467" y="0"/>
                  </a:cubicBezTo>
                  <a:close/>
                </a:path>
              </a:pathLst>
            </a:custGeom>
            <a:blipFill>
              <a:blip r:embed="rId2"/>
              <a:stretch>
                <a:fillRect l="-58445" r="-58445"/>
              </a:stretch>
            </a:blip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Freeform 4"/>
          <p:cNvSpPr/>
          <p:nvPr/>
        </p:nvSpPr>
        <p:spPr>
          <a:xfrm rot="-5400000">
            <a:off x="-44514" y="1576501"/>
            <a:ext cx="7012114" cy="3888536"/>
          </a:xfrm>
          <a:custGeom>
            <a:avLst/>
            <a:gdLst/>
            <a:ahLst/>
            <a:cxnLst/>
            <a:rect l="l" t="t" r="r" b="b"/>
            <a:pathLst>
              <a:path w="10518171" h="5832804">
                <a:moveTo>
                  <a:pt x="0" y="0"/>
                </a:moveTo>
                <a:lnTo>
                  <a:pt x="10518171" y="0"/>
                </a:lnTo>
                <a:lnTo>
                  <a:pt x="10518171" y="5832804"/>
                </a:lnTo>
                <a:lnTo>
                  <a:pt x="0" y="5832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863943" y="153260"/>
            <a:ext cx="1104719" cy="1563716"/>
          </a:xfrm>
          <a:custGeom>
            <a:avLst/>
            <a:gdLst/>
            <a:ahLst/>
            <a:cxnLst/>
            <a:rect l="l" t="t" r="r" b="b"/>
            <a:pathLst>
              <a:path w="1206035" h="1798732">
                <a:moveTo>
                  <a:pt x="0" y="0"/>
                </a:moveTo>
                <a:lnTo>
                  <a:pt x="1206035" y="0"/>
                </a:lnTo>
                <a:lnTo>
                  <a:pt x="1206035" y="1798732"/>
                </a:lnTo>
                <a:lnTo>
                  <a:pt x="0" y="1798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11">
            <a:extLst>
              <a:ext uri="{FF2B5EF4-FFF2-40B4-BE49-F238E27FC236}">
                <a16:creationId xmlns:a16="http://schemas.microsoft.com/office/drawing/2014/main" id="{247E72F5-DA81-2B17-D352-F9851C234419}"/>
              </a:ext>
            </a:extLst>
          </p:cNvPr>
          <p:cNvSpPr txBox="1">
            <a:spLocks/>
          </p:cNvSpPr>
          <p:nvPr/>
        </p:nvSpPr>
        <p:spPr>
          <a:xfrm>
            <a:off x="4441371" y="3080180"/>
            <a:ext cx="7652657" cy="2452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530" marR="5080" lvl="0" indent="0" algn="ctr" defTabSz="60963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26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KONSEP PENGEMBANGAN SISTEM INFORMASI MANAJEMEN RISIKO DALAM PENGELOLAAN ANGGARAN DI OTORITA IBU KOTA NUSANTARA</a:t>
            </a:r>
          </a:p>
          <a:p>
            <a:pPr marL="49530" marR="5080" lvl="0" indent="0" algn="ctr" defTabSz="60963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i-FI" sz="2600" b="1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pPr marL="49530" marR="5080" lvl="0" indent="0" algn="ctr" defTabSz="60963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26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NUSANTARA</a:t>
            </a:r>
          </a:p>
          <a:p>
            <a:pPr marL="49530" marR="5080" lvl="0" indent="0" algn="ctr" defTabSz="60963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26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SENIN, 12 OKTOBER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8DA9F-1FF2-5F8E-0826-FF5309D6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1628" y="6583031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F4B78-2064-B0AB-8B67-E298D1139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84"/>
          <a:stretch>
            <a:fillRect/>
          </a:stretch>
        </p:blipFill>
        <p:spPr>
          <a:xfrm>
            <a:off x="690528" y="125123"/>
            <a:ext cx="4556388" cy="43216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548D23-385C-0345-5F34-85B9E8EFF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4" t="90690"/>
          <a:stretch>
            <a:fillRect/>
          </a:stretch>
        </p:blipFill>
        <p:spPr>
          <a:xfrm>
            <a:off x="690528" y="4446752"/>
            <a:ext cx="4556388" cy="7195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2AC487-8992-5E4C-27B9-C6FFEBBA1D7B}"/>
              </a:ext>
            </a:extLst>
          </p:cNvPr>
          <p:cNvSpPr txBox="1"/>
          <p:nvPr/>
        </p:nvSpPr>
        <p:spPr>
          <a:xfrm>
            <a:off x="587830" y="5159230"/>
            <a:ext cx="4659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Disposisi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Kepala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Otorita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IKN  (24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Februari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2026)</a:t>
            </a:r>
            <a:r>
              <a:rPr lang="en-US" sz="15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berkaitan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Nota Dinas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Sekretaris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Otorita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IKN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(ND-20/OIKN.1/2026)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perihal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Laporan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Kinerja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Anggaran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Otorita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IKN TA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2CE58-1784-31C2-DF61-9585C4A8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305"/>
          <a:stretch>
            <a:fillRect/>
          </a:stretch>
        </p:blipFill>
        <p:spPr>
          <a:xfrm>
            <a:off x="6502444" y="125123"/>
            <a:ext cx="3982524" cy="53134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A8C296-AE39-504A-A421-FFBF4255B4B9}"/>
              </a:ext>
            </a:extLst>
          </p:cNvPr>
          <p:cNvSpPr txBox="1"/>
          <p:nvPr/>
        </p:nvSpPr>
        <p:spPr>
          <a:xfrm>
            <a:off x="6411686" y="5436229"/>
            <a:ext cx="55791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500" b="1" dirty="0" err="1"/>
              <a:t>Disposisi</a:t>
            </a:r>
            <a:r>
              <a:rPr lang="en-US" sz="1500" b="1" dirty="0"/>
              <a:t> </a:t>
            </a:r>
            <a:r>
              <a:rPr lang="en-US" sz="1500" b="1" dirty="0" err="1"/>
              <a:t>Kepala</a:t>
            </a:r>
            <a:r>
              <a:rPr lang="en-US" sz="1500" b="1" dirty="0"/>
              <a:t> </a:t>
            </a:r>
            <a:r>
              <a:rPr lang="en-US" sz="1500" b="1" dirty="0" err="1"/>
              <a:t>Otorita</a:t>
            </a:r>
            <a:r>
              <a:rPr lang="en-US" sz="1500" b="1" dirty="0"/>
              <a:t> IKN (01 April 2026)</a:t>
            </a:r>
          </a:p>
          <a:p>
            <a:pPr algn="just"/>
            <a:r>
              <a:rPr lang="en-US" sz="1500" b="1" dirty="0" err="1"/>
              <a:t>berkaitan</a:t>
            </a:r>
            <a:r>
              <a:rPr lang="en-US" sz="1500" b="1" dirty="0"/>
              <a:t> </a:t>
            </a:r>
            <a:r>
              <a:rPr lang="en-US" sz="1500" b="1" dirty="0" err="1"/>
              <a:t>dengan</a:t>
            </a:r>
            <a:r>
              <a:rPr lang="en-US" sz="1500" b="1" dirty="0"/>
              <a:t> Nota Dinas </a:t>
            </a:r>
            <a:r>
              <a:rPr lang="en-US" sz="1500" b="1" dirty="0" err="1"/>
              <a:t>Staf</a:t>
            </a:r>
            <a:r>
              <a:rPr lang="en-US" sz="1500" b="1" dirty="0"/>
              <a:t> </a:t>
            </a:r>
            <a:r>
              <a:rPr lang="en-US" sz="1500" b="1" dirty="0" err="1"/>
              <a:t>Khusus</a:t>
            </a:r>
            <a:r>
              <a:rPr lang="en-US" sz="1500" b="1" dirty="0"/>
              <a:t> </a:t>
            </a:r>
            <a:r>
              <a:rPr lang="en-US" sz="1500" b="1" dirty="0" err="1"/>
              <a:t>Kepala</a:t>
            </a:r>
            <a:r>
              <a:rPr lang="en-US" sz="1500" b="1" dirty="0"/>
              <a:t> </a:t>
            </a:r>
            <a:r>
              <a:rPr lang="en-US" sz="1500" b="1" dirty="0" err="1"/>
              <a:t>Otorita</a:t>
            </a:r>
            <a:r>
              <a:rPr lang="en-US" sz="1500" b="1" dirty="0"/>
              <a:t> IKN </a:t>
            </a:r>
            <a:r>
              <a:rPr lang="en-US" sz="1500" b="1" dirty="0" err="1"/>
              <a:t>Bidang</a:t>
            </a:r>
            <a:r>
              <a:rPr lang="en-US" sz="1500" b="1" dirty="0"/>
              <a:t> Audit dan </a:t>
            </a:r>
            <a:r>
              <a:rPr lang="en-US" sz="1500" b="1" dirty="0" err="1"/>
              <a:t>Pengawasan</a:t>
            </a:r>
            <a:r>
              <a:rPr lang="en-US" sz="1500" b="1" dirty="0"/>
              <a:t> Pembangunan (ND-57/OIKN.SK-4/2026) </a:t>
            </a:r>
            <a:r>
              <a:rPr lang="en-US" sz="1500" b="1" dirty="0" err="1"/>
              <a:t>perihal</a:t>
            </a:r>
            <a:r>
              <a:rPr lang="en-US" sz="1500" b="1" dirty="0"/>
              <a:t> </a:t>
            </a:r>
            <a:r>
              <a:rPr lang="en-US" sz="1500" b="1" dirty="0" err="1"/>
              <a:t>Usulan</a:t>
            </a:r>
            <a:r>
              <a:rPr lang="en-US" sz="1500" b="1" dirty="0"/>
              <a:t> </a:t>
            </a:r>
            <a:r>
              <a:rPr lang="en-US" sz="1500" b="1" dirty="0" err="1"/>
              <a:t>Menindaklanjuti</a:t>
            </a:r>
            <a:r>
              <a:rPr lang="en-US" sz="1500" b="1" dirty="0"/>
              <a:t> Arahan </a:t>
            </a:r>
            <a:r>
              <a:rPr lang="en-US" sz="1500" b="1" dirty="0" err="1"/>
              <a:t>Kepala</a:t>
            </a:r>
            <a:r>
              <a:rPr lang="en-US" sz="1500" b="1" dirty="0"/>
              <a:t> </a:t>
            </a:r>
            <a:r>
              <a:rPr lang="en-US" sz="1500" b="1" dirty="0" err="1"/>
              <a:t>untuk</a:t>
            </a:r>
            <a:r>
              <a:rPr lang="en-US" sz="1500" b="1" dirty="0"/>
              <a:t> </a:t>
            </a:r>
            <a:r>
              <a:rPr lang="en-US" sz="1500" b="1" dirty="0" err="1"/>
              <a:t>Implementasi</a:t>
            </a:r>
            <a:r>
              <a:rPr lang="en-US" sz="1500" b="1" dirty="0"/>
              <a:t> </a:t>
            </a:r>
            <a:r>
              <a:rPr lang="en-US" sz="1500" b="1" i="1" dirty="0"/>
              <a:t>Three Lines Model </a:t>
            </a:r>
            <a:r>
              <a:rPr lang="en-US" sz="1500" b="1" dirty="0" err="1"/>
              <a:t>dalam</a:t>
            </a:r>
            <a:r>
              <a:rPr lang="en-US" sz="1500" b="1" dirty="0"/>
              <a:t> </a:t>
            </a:r>
            <a:r>
              <a:rPr lang="en-US" sz="1500" b="1" dirty="0" err="1"/>
              <a:t>Pelaksanaan</a:t>
            </a:r>
            <a:r>
              <a:rPr lang="en-US" sz="1500" b="1" dirty="0"/>
              <a:t> </a:t>
            </a:r>
            <a:r>
              <a:rPr lang="en-US" sz="1500" b="1" dirty="0" err="1"/>
              <a:t>Kegiatan</a:t>
            </a:r>
            <a:r>
              <a:rPr lang="en-US" sz="1500" b="1" dirty="0"/>
              <a:t> dan </a:t>
            </a:r>
            <a:r>
              <a:rPr lang="en-US" sz="1500" b="1" dirty="0" err="1"/>
              <a:t>Pengelolaan</a:t>
            </a:r>
            <a:r>
              <a:rPr lang="en-US" sz="1500" b="1" dirty="0"/>
              <a:t> </a:t>
            </a:r>
            <a:r>
              <a:rPr lang="en-US" sz="1500" b="1" dirty="0" err="1"/>
              <a:t>Anggaran</a:t>
            </a:r>
            <a:r>
              <a:rPr lang="en-US" sz="1500" b="1" dirty="0"/>
              <a:t> yang </a:t>
            </a:r>
            <a:r>
              <a:rPr lang="en-US" sz="1500" b="1" dirty="0" err="1"/>
              <a:t>Berkualitas</a:t>
            </a:r>
            <a:r>
              <a:rPr lang="en-US" sz="1500" b="1" dirty="0"/>
              <a:t> di </a:t>
            </a:r>
            <a:r>
              <a:rPr lang="en-US" sz="1500" b="1" dirty="0" err="1"/>
              <a:t>Otorita</a:t>
            </a:r>
            <a:r>
              <a:rPr lang="en-US" sz="1500" b="1" dirty="0"/>
              <a:t> IKN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15E911-41AD-BA5B-D4F5-939528B8D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614583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0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37D1CC-5481-A8B9-C3F0-36477C63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CD62C-A5E5-4F2C-0B8A-6CF59963C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182" y="137138"/>
            <a:ext cx="4597636" cy="50929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DEAB10-545D-2162-0D33-923DF306F47D}"/>
              </a:ext>
            </a:extLst>
          </p:cNvPr>
          <p:cNvSpPr txBox="1"/>
          <p:nvPr/>
        </p:nvSpPr>
        <p:spPr>
          <a:xfrm>
            <a:off x="178709" y="5526979"/>
            <a:ext cx="116067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Disposisi</a:t>
            </a:r>
            <a:r>
              <a:rPr lang="en-US" b="1" dirty="0"/>
              <a:t> </a:t>
            </a:r>
            <a:r>
              <a:rPr lang="en-US" b="1" dirty="0" err="1"/>
              <a:t>Kepala</a:t>
            </a:r>
            <a:r>
              <a:rPr lang="en-US" b="1" dirty="0"/>
              <a:t> </a:t>
            </a:r>
            <a:r>
              <a:rPr lang="en-US" b="1" dirty="0" err="1"/>
              <a:t>Otorita</a:t>
            </a:r>
            <a:r>
              <a:rPr lang="en-US" b="1" dirty="0"/>
              <a:t> IKN (21 Agustus 2026) </a:t>
            </a:r>
          </a:p>
          <a:p>
            <a:r>
              <a:rPr lang="en-US" b="1" dirty="0" err="1"/>
              <a:t>Berkaitan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Nota Dinas </a:t>
            </a:r>
            <a:r>
              <a:rPr lang="en-US" b="1" dirty="0" err="1"/>
              <a:t>Staf</a:t>
            </a:r>
            <a:r>
              <a:rPr lang="en-US" b="1" dirty="0"/>
              <a:t> </a:t>
            </a:r>
            <a:r>
              <a:rPr lang="en-US" b="1" dirty="0" err="1"/>
              <a:t>Khusus</a:t>
            </a:r>
            <a:r>
              <a:rPr lang="en-US" b="1" dirty="0"/>
              <a:t> </a:t>
            </a:r>
            <a:r>
              <a:rPr lang="en-US" b="1" dirty="0" err="1"/>
              <a:t>Kepala</a:t>
            </a:r>
            <a:r>
              <a:rPr lang="en-US" b="1" dirty="0"/>
              <a:t> </a:t>
            </a:r>
            <a:r>
              <a:rPr lang="en-US" b="1" dirty="0" err="1"/>
              <a:t>Bidang</a:t>
            </a:r>
            <a:r>
              <a:rPr lang="en-US" b="1" dirty="0"/>
              <a:t> Audit  &amp; </a:t>
            </a:r>
            <a:r>
              <a:rPr lang="en-US" b="1" dirty="0" err="1"/>
              <a:t>Pengawasan</a:t>
            </a:r>
            <a:r>
              <a:rPr lang="en-US" b="1" dirty="0"/>
              <a:t> Pembangunan (ND-235/OIKN.SK-4/2026) </a:t>
            </a:r>
          </a:p>
          <a:p>
            <a:r>
              <a:rPr lang="en-US" b="1" dirty="0"/>
              <a:t>Perihal </a:t>
            </a:r>
            <a:r>
              <a:rPr lang="en-US" b="1" dirty="0" err="1"/>
              <a:t>Penyampaian</a:t>
            </a:r>
            <a:r>
              <a:rPr lang="en-US" b="1" dirty="0"/>
              <a:t> </a:t>
            </a:r>
            <a:r>
              <a:rPr lang="en-US" b="1" dirty="0" err="1"/>
              <a:t>Progres</a:t>
            </a:r>
            <a:r>
              <a:rPr lang="en-US" b="1" dirty="0"/>
              <a:t> </a:t>
            </a:r>
            <a:r>
              <a:rPr lang="en-US" b="1" dirty="0" err="1"/>
              <a:t>Penyusunan</a:t>
            </a:r>
            <a:r>
              <a:rPr lang="en-US" b="1" dirty="0"/>
              <a:t> </a:t>
            </a:r>
            <a:r>
              <a:rPr lang="en-US" b="1" dirty="0" err="1"/>
              <a:t>Konsep</a:t>
            </a:r>
            <a:r>
              <a:rPr lang="en-US" b="1" dirty="0"/>
              <a:t>  </a:t>
            </a:r>
            <a:r>
              <a:rPr lang="en-US" b="1" dirty="0" err="1"/>
              <a:t>Manajemen</a:t>
            </a:r>
            <a:r>
              <a:rPr lang="en-US" b="1" dirty="0"/>
              <a:t> Risiko </a:t>
            </a:r>
            <a:r>
              <a:rPr lang="en-US" b="1" dirty="0" err="1"/>
              <a:t>Pengelolaan</a:t>
            </a:r>
            <a:r>
              <a:rPr lang="en-US" b="1" dirty="0"/>
              <a:t> </a:t>
            </a:r>
            <a:r>
              <a:rPr lang="en-US" b="1" dirty="0" err="1"/>
              <a:t>Anggaran</a:t>
            </a:r>
            <a:r>
              <a:rPr lang="en-US" b="1" dirty="0"/>
              <a:t> </a:t>
            </a:r>
          </a:p>
          <a:p>
            <a:r>
              <a:rPr lang="en-US" b="1" dirty="0"/>
              <a:t>di </a:t>
            </a:r>
            <a:r>
              <a:rPr lang="en-US" b="1" dirty="0" err="1"/>
              <a:t>Otorita</a:t>
            </a:r>
            <a:r>
              <a:rPr lang="en-US" b="1" dirty="0"/>
              <a:t> IKN </a:t>
            </a:r>
            <a:r>
              <a:rPr lang="en-US" b="1" dirty="0" err="1"/>
              <a:t>dengan</a:t>
            </a:r>
            <a:r>
              <a:rPr lang="en-US" b="1" dirty="0"/>
              <a:t> Model Tiga Lini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43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Rectangle 14"/>
          <p:cNvSpPr/>
          <p:nvPr/>
        </p:nvSpPr>
        <p:spPr bwMode="auto">
          <a:xfrm>
            <a:off x="1181100" y="1209430"/>
            <a:ext cx="9144000" cy="3296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3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75" name="Rounded Rectangle 6"/>
          <p:cNvSpPr/>
          <p:nvPr/>
        </p:nvSpPr>
        <p:spPr>
          <a:xfrm>
            <a:off x="2885065" y="566915"/>
            <a:ext cx="6300212" cy="32003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PP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Nomor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60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Tahun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2008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tentang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Sistem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Pengendalian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Intern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Pemerintah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2" name="Rectangle 26"/>
          <p:cNvSpPr/>
          <p:nvPr/>
        </p:nvSpPr>
        <p:spPr>
          <a:xfrm>
            <a:off x="452518" y="2486754"/>
            <a:ext cx="3014800" cy="3155489"/>
          </a:xfrm>
          <a:prstGeom prst="rect">
            <a:avLst/>
          </a:prstGeom>
          <a:solidFill>
            <a:srgbClr val="E6F0FC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3" name="Rectangle 27"/>
          <p:cNvSpPr/>
          <p:nvPr/>
        </p:nvSpPr>
        <p:spPr>
          <a:xfrm>
            <a:off x="3576517" y="2584800"/>
            <a:ext cx="3046431" cy="3059909"/>
          </a:xfrm>
          <a:prstGeom prst="rect">
            <a:avLst/>
          </a:prstGeom>
          <a:solidFill>
            <a:srgbClr val="D6E2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4" name="Rectangle 28"/>
          <p:cNvSpPr/>
          <p:nvPr/>
        </p:nvSpPr>
        <p:spPr>
          <a:xfrm>
            <a:off x="6945522" y="2559893"/>
            <a:ext cx="4336878" cy="31208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5" name="Rectangle 29"/>
          <p:cNvSpPr/>
          <p:nvPr/>
        </p:nvSpPr>
        <p:spPr>
          <a:xfrm>
            <a:off x="1384804" y="2711173"/>
            <a:ext cx="1907385" cy="305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1</a:t>
            </a:r>
            <a:r>
              <a:rPr kumimoji="0" lang="en-ID" sz="14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st</a:t>
            </a:r>
            <a:r>
              <a:rPr kumimoji="0" lang="en-ID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Line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6" name="Rectangle 30"/>
          <p:cNvSpPr/>
          <p:nvPr/>
        </p:nvSpPr>
        <p:spPr>
          <a:xfrm>
            <a:off x="4198572" y="2727582"/>
            <a:ext cx="2057400" cy="2786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2</a:t>
            </a:r>
            <a:r>
              <a:rPr kumimoji="0" lang="en-ID" sz="135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nd</a:t>
            </a:r>
            <a:r>
              <a:rPr kumimoji="0" lang="en-ID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Line</a:t>
            </a: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9" name="Rectangle 33"/>
          <p:cNvSpPr/>
          <p:nvPr/>
        </p:nvSpPr>
        <p:spPr>
          <a:xfrm>
            <a:off x="595439" y="3440552"/>
            <a:ext cx="2733996" cy="125372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Melaksanakan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tupoksi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kegiatan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&amp;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anggaran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secara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3E + 1 T</a:t>
            </a: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Memastikan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terjaganya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akuntabilitas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Memastikan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terjaganya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kepatuhan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dan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tidak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ada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Conflict of Interest</a:t>
            </a: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Mengidentifikasi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dan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memitigasi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risiko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91" name="Rectangle 35"/>
          <p:cNvSpPr/>
          <p:nvPr/>
        </p:nvSpPr>
        <p:spPr>
          <a:xfrm>
            <a:off x="3682107" y="3487933"/>
            <a:ext cx="2843889" cy="119836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Menindaklanjuti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arahan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dari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Pimpinan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Unor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dan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melakukan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supervisi</a:t>
            </a:r>
            <a:endParaRPr kumimoji="0" lang="en-ID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Membina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dan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membimbing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MR &amp;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Kepatuhan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di Unit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Kerja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&amp;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Satker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Memberikan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/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mencarikan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solusi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atas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kendala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operasional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yang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dihadapi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oleh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1</a:t>
            </a:r>
            <a:r>
              <a:rPr kumimoji="0" lang="en-ID" sz="1100" b="0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st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Line</a:t>
            </a:r>
          </a:p>
        </p:txBody>
      </p:sp>
      <p:sp>
        <p:nvSpPr>
          <p:cNvPr id="1048692" name="Rectangle 36"/>
          <p:cNvSpPr/>
          <p:nvPr/>
        </p:nvSpPr>
        <p:spPr>
          <a:xfrm>
            <a:off x="452518" y="5705378"/>
            <a:ext cx="6151775" cy="288260"/>
          </a:xfrm>
          <a:prstGeom prst="rect">
            <a:avLst/>
          </a:prstGeom>
          <a:solidFill>
            <a:schemeClr val="bg1">
              <a:lumMod val="95000"/>
            </a:schemeClr>
          </a:solidFill>
          <a:ln w="444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PENGENDALIAN INTERN, MR, &amp; KEPATUHAN  UNIT ORGANISASI</a:t>
            </a: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95" name="Rectangle 39"/>
          <p:cNvSpPr/>
          <p:nvPr/>
        </p:nvSpPr>
        <p:spPr>
          <a:xfrm>
            <a:off x="7860140" y="2747934"/>
            <a:ext cx="2057400" cy="2786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3</a:t>
            </a:r>
            <a:r>
              <a:rPr kumimoji="0" lang="en-ID" sz="135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rd</a:t>
            </a:r>
            <a:r>
              <a:rPr kumimoji="0" lang="en-ID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Line</a:t>
            </a: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96" name="Rectangle 44"/>
          <p:cNvSpPr/>
          <p:nvPr/>
        </p:nvSpPr>
        <p:spPr>
          <a:xfrm>
            <a:off x="6945522" y="5712296"/>
            <a:ext cx="4336878" cy="274424"/>
          </a:xfrm>
          <a:prstGeom prst="rect">
            <a:avLst/>
          </a:prstGeom>
          <a:solidFill>
            <a:schemeClr val="bg1">
              <a:lumMod val="95000"/>
            </a:schemeClr>
          </a:solidFill>
          <a:ln w="444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PENGAWASAN INTERN</a:t>
            </a: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40" name="Rounded Rectangle 6"/>
          <p:cNvSpPr/>
          <p:nvPr/>
        </p:nvSpPr>
        <p:spPr>
          <a:xfrm>
            <a:off x="2152800" y="886525"/>
            <a:ext cx="7764740" cy="320838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eraturan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Kepala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Otorita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IKN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Nomor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1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Tahun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2022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tentang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Organisasi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dan Tata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Kerja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Otorita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IKN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7" name="Rounded Rectangle 10"/>
          <p:cNvSpPr/>
          <p:nvPr/>
        </p:nvSpPr>
        <p:spPr>
          <a:xfrm>
            <a:off x="595438" y="2985181"/>
            <a:ext cx="2733997" cy="455372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KPA/KASATKER, PPK, </a:t>
            </a:r>
            <a:r>
              <a:rPr lang="en-ID" sz="105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POKJA PBJ, PEJABAT PENGADAAN</a:t>
            </a:r>
            <a:endParaRPr kumimoji="0" lang="en-ID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8" name="Rounded Rectangle 13"/>
          <p:cNvSpPr/>
          <p:nvPr/>
        </p:nvSpPr>
        <p:spPr>
          <a:xfrm>
            <a:off x="3635908" y="2975988"/>
            <a:ext cx="2936286" cy="445414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KEPALA BIRO/DIREKTUR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79" name="Rounded Rectangle 20"/>
          <p:cNvSpPr/>
          <p:nvPr/>
        </p:nvSpPr>
        <p:spPr>
          <a:xfrm>
            <a:off x="2952000" y="1374257"/>
            <a:ext cx="6206612" cy="466876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</a:t>
            </a:r>
            <a:r>
              <a:rPr kumimoji="0" lang="en-ID" sz="1400" b="1" i="0" u="none" strike="noStrike" kern="1200" cap="none" spc="0" normalizeH="0" baseline="0" noProof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epala</a:t>
            </a:r>
            <a:r>
              <a:rPr kumimoji="0" lang="en-ID" sz="14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400" b="1" i="0" u="none" strike="noStrike" kern="1200" cap="none" spc="0" normalizeH="0" baseline="0" noProof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Otorita</a:t>
            </a:r>
            <a:r>
              <a:rPr kumimoji="0" lang="en-ID" sz="14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Ibu Kota Nusantara</a:t>
            </a:r>
          </a:p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3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goal setting &amp; governance/</a:t>
            </a:r>
            <a:r>
              <a:rPr kumimoji="0" lang="en-ID" sz="1300" b="0" i="1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tata</a:t>
            </a:r>
            <a:r>
              <a:rPr kumimoji="0" lang="en-ID" sz="13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300" b="0" i="1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kelola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0" name="Rounded Rectangle 21"/>
          <p:cNvSpPr/>
          <p:nvPr/>
        </p:nvSpPr>
        <p:spPr>
          <a:xfrm>
            <a:off x="838636" y="1987440"/>
            <a:ext cx="5475763" cy="76049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PIMPINAN UNIT ORGANISASI </a:t>
            </a:r>
          </a:p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Sekretaris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Deputi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&amp; </a:t>
            </a: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Kepala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UKHK </a:t>
            </a:r>
          </a:p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Arahan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Operasional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Pelaksanaan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Tata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Kelola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Pengendalian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Intern,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Manajemen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Risiko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(MR), &amp;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Kepatuhan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di Unit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Organisasi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048681" name="Rounded Rectangle 31"/>
          <p:cNvSpPr/>
          <p:nvPr/>
        </p:nvSpPr>
        <p:spPr>
          <a:xfrm>
            <a:off x="7019999" y="1987439"/>
            <a:ext cx="4204799" cy="76049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PIMPINAN APIP</a:t>
            </a:r>
          </a:p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Kepala</a:t>
            </a:r>
            <a:r>
              <a:rPr kumimoji="0" lang="en-ID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UKHK</a:t>
            </a:r>
          </a:p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Harmonisasi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Penerapan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Tata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Kelola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</a:p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dan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Pemberian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Rekomendasi</a:t>
            </a: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SPIP, MR, &amp; </a:t>
            </a:r>
            <a:r>
              <a:rPr kumimoji="0" lang="en-ID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Kepatuhan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47" name="Text Box 34"/>
          <p:cNvSpPr txBox="1">
            <a:spLocks noChangeArrowheads="1"/>
          </p:cNvSpPr>
          <p:nvPr/>
        </p:nvSpPr>
        <p:spPr bwMode="auto">
          <a:xfrm>
            <a:off x="3583" y="14400"/>
            <a:ext cx="11714398" cy="53091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257188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USULAN PENERAPAN MODEL 3 LINI</a:t>
            </a:r>
          </a:p>
          <a:p>
            <a:pPr marL="0" marR="0" lvl="0" indent="0" algn="ctr" defTabSz="257188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Pelaksanaan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Kegiatan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Anggaran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Berkualitas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Otorita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Ibu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Kota Nusantara</a:t>
            </a:r>
            <a:endParaRPr kumimoji="0" lang="id-ID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F1C0DF1E-5700-C357-A305-C49E62C2EC97}"/>
              </a:ext>
            </a:extLst>
          </p:cNvPr>
          <p:cNvSpPr/>
          <p:nvPr/>
        </p:nvSpPr>
        <p:spPr>
          <a:xfrm>
            <a:off x="7092424" y="3443380"/>
            <a:ext cx="4132376" cy="12429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Tidak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bersifat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operasional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Mengidentifikasi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kebutuhan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menyusun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panduan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Pengendalian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Intern, MR &amp;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Kepatuhan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Membina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dan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memberikan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penjaminan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(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asurans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)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atas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Pengendalian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Intern, MR, &amp;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Kepatuhan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  <a:p>
            <a:pPr marL="230188" marR="0" lvl="0" indent="-230188" algn="l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Memberikan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konsultasi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berupa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alternatif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solusi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atas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kendala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yang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dihadapi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2</a:t>
            </a:r>
            <a:r>
              <a:rPr kumimoji="0" lang="en-US" sz="1100" b="0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nd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Line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AD59A4FE-1BB9-2A63-3C57-890009D55A69}"/>
              </a:ext>
            </a:extLst>
          </p:cNvPr>
          <p:cNvSpPr/>
          <p:nvPr/>
        </p:nvSpPr>
        <p:spPr>
          <a:xfrm>
            <a:off x="7092424" y="3006000"/>
            <a:ext cx="4132375" cy="492837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PIMPINAN UNIT KERJA APIP</a:t>
            </a:r>
          </a:p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(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Direktur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Kepatuhan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&amp; D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irektur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ID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Pengawasan</a:t>
            </a:r>
            <a:r>
              <a:rPr kumimoji="0" lang="en-ID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dan Audit Intern)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D5CB1904-2D44-1868-9BCF-23A65B303AB5}"/>
              </a:ext>
            </a:extLst>
          </p:cNvPr>
          <p:cNvSpPr/>
          <p:nvPr/>
        </p:nvSpPr>
        <p:spPr>
          <a:xfrm>
            <a:off x="11510238" y="1374257"/>
            <a:ext cx="508972" cy="45809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3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PENGAWAS  EKSTERNAL</a:t>
            </a: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A827C2C-67CD-AAC5-86C2-A3BB8796CC17}"/>
              </a:ext>
            </a:extLst>
          </p:cNvPr>
          <p:cNvGrpSpPr/>
          <p:nvPr/>
        </p:nvGrpSpPr>
        <p:grpSpPr>
          <a:xfrm>
            <a:off x="3432638" y="1801020"/>
            <a:ext cx="654602" cy="191811"/>
            <a:chOff x="4719243" y="2080014"/>
            <a:chExt cx="654602" cy="191811"/>
          </a:xfrm>
        </p:grpSpPr>
        <p:sp>
          <p:nvSpPr>
            <p:cNvPr id="1048699" name="Right Arrow 22"/>
            <p:cNvSpPr/>
            <p:nvPr/>
          </p:nvSpPr>
          <p:spPr>
            <a:xfrm rot="16200000">
              <a:off x="4764529" y="2034728"/>
              <a:ext cx="166097" cy="25667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14" name="Right Arrow 22">
              <a:extLst>
                <a:ext uri="{FF2B5EF4-FFF2-40B4-BE49-F238E27FC236}">
                  <a16:creationId xmlns:a16="http://schemas.microsoft.com/office/drawing/2014/main" id="{ECCAAF23-634D-9883-92E6-80085E805A15}"/>
                </a:ext>
              </a:extLst>
            </p:cNvPr>
            <p:cNvSpPr/>
            <p:nvPr/>
          </p:nvSpPr>
          <p:spPr>
            <a:xfrm rot="5400000">
              <a:off x="5162461" y="2060442"/>
              <a:ext cx="166097" cy="256670"/>
            </a:xfrm>
            <a:prstGeom prst="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C4FA81-7A38-9F2F-9F64-06D4B0C83824}"/>
              </a:ext>
            </a:extLst>
          </p:cNvPr>
          <p:cNvGrpSpPr/>
          <p:nvPr/>
        </p:nvGrpSpPr>
        <p:grpSpPr>
          <a:xfrm>
            <a:off x="8068701" y="1806941"/>
            <a:ext cx="654602" cy="177411"/>
            <a:chOff x="4719243" y="2094414"/>
            <a:chExt cx="654602" cy="177411"/>
          </a:xfrm>
        </p:grpSpPr>
        <p:sp>
          <p:nvSpPr>
            <p:cNvPr id="17" name="Right Arrow 22">
              <a:extLst>
                <a:ext uri="{FF2B5EF4-FFF2-40B4-BE49-F238E27FC236}">
                  <a16:creationId xmlns:a16="http://schemas.microsoft.com/office/drawing/2014/main" id="{C0A754CE-238D-A32A-F182-0A5BE753161D}"/>
                </a:ext>
              </a:extLst>
            </p:cNvPr>
            <p:cNvSpPr/>
            <p:nvPr/>
          </p:nvSpPr>
          <p:spPr>
            <a:xfrm rot="16200000">
              <a:off x="4764529" y="2049128"/>
              <a:ext cx="166097" cy="25667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18" name="Right Arrow 22">
              <a:extLst>
                <a:ext uri="{FF2B5EF4-FFF2-40B4-BE49-F238E27FC236}">
                  <a16:creationId xmlns:a16="http://schemas.microsoft.com/office/drawing/2014/main" id="{F39B7206-1904-11A2-1D4C-D7BF52566B41}"/>
                </a:ext>
              </a:extLst>
            </p:cNvPr>
            <p:cNvSpPr/>
            <p:nvPr/>
          </p:nvSpPr>
          <p:spPr>
            <a:xfrm rot="5400000">
              <a:off x="5162461" y="2060442"/>
              <a:ext cx="166097" cy="256670"/>
            </a:xfrm>
            <a:prstGeom prst="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</p:grp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4631BC78-842B-087F-280B-8EF9130C154B}"/>
              </a:ext>
            </a:extLst>
          </p:cNvPr>
          <p:cNvSpPr/>
          <p:nvPr/>
        </p:nvSpPr>
        <p:spPr>
          <a:xfrm>
            <a:off x="6483329" y="3832465"/>
            <a:ext cx="622434" cy="209107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C03EAA-C183-0FF7-7BB4-2D72FB6FEEBD}"/>
              </a:ext>
            </a:extLst>
          </p:cNvPr>
          <p:cNvGrpSpPr/>
          <p:nvPr/>
        </p:nvGrpSpPr>
        <p:grpSpPr>
          <a:xfrm>
            <a:off x="452518" y="6148800"/>
            <a:ext cx="10877989" cy="729824"/>
            <a:chOff x="3109707" y="5953935"/>
            <a:chExt cx="6638014" cy="729824"/>
          </a:xfrm>
        </p:grpSpPr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850E60B4-0A4E-0D89-3983-879592C7C5A2}"/>
                </a:ext>
              </a:extLst>
            </p:cNvPr>
            <p:cNvSpPr/>
            <p:nvPr/>
          </p:nvSpPr>
          <p:spPr>
            <a:xfrm>
              <a:off x="3109707" y="5953935"/>
              <a:ext cx="6638014" cy="7298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A702812D-9BBA-D563-1945-176BB2ECFEB2}"/>
                </a:ext>
              </a:extLst>
            </p:cNvPr>
            <p:cNvSpPr/>
            <p:nvPr/>
          </p:nvSpPr>
          <p:spPr>
            <a:xfrm rot="16200000">
              <a:off x="3110503" y="6143198"/>
              <a:ext cx="336689" cy="256672"/>
            </a:xfrm>
            <a:prstGeom prst="rightArrow">
              <a:avLst>
                <a:gd name="adj1" fmla="val 50000"/>
                <a:gd name="adj2" fmla="val 4007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25" name="Right Arrow 22">
              <a:extLst>
                <a:ext uri="{FF2B5EF4-FFF2-40B4-BE49-F238E27FC236}">
                  <a16:creationId xmlns:a16="http://schemas.microsoft.com/office/drawing/2014/main" id="{B8A7D7F7-D422-AFCB-8806-5017437BE2DD}"/>
                </a:ext>
              </a:extLst>
            </p:cNvPr>
            <p:cNvSpPr/>
            <p:nvPr/>
          </p:nvSpPr>
          <p:spPr>
            <a:xfrm rot="5400000">
              <a:off x="4702613" y="6160603"/>
              <a:ext cx="336689" cy="256672"/>
            </a:xfrm>
            <a:prstGeom prst="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26" name="Arrow: Left-Right 25">
              <a:extLst>
                <a:ext uri="{FF2B5EF4-FFF2-40B4-BE49-F238E27FC236}">
                  <a16:creationId xmlns:a16="http://schemas.microsoft.com/office/drawing/2014/main" id="{90D5C736-9232-0CE2-030A-16293B477FD1}"/>
                </a:ext>
              </a:extLst>
            </p:cNvPr>
            <p:cNvSpPr/>
            <p:nvPr/>
          </p:nvSpPr>
          <p:spPr>
            <a:xfrm>
              <a:off x="6034152" y="6103187"/>
              <a:ext cx="659029" cy="336691"/>
            </a:xfrm>
            <a:prstGeom prst="left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AF41EB-397A-11D7-C663-8FF6A5073F64}"/>
                </a:ext>
              </a:extLst>
            </p:cNvPr>
            <p:cNvSpPr txBox="1"/>
            <p:nvPr/>
          </p:nvSpPr>
          <p:spPr>
            <a:xfrm>
              <a:off x="3409130" y="5975535"/>
              <a:ext cx="1257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Eksekusi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Pengendalian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Operasional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Akuntabilitas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Pelaporan</a:t>
              </a:r>
              <a:endParaRPr kumimoji="0" lang="en-ID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A08F516-9802-32F1-B36F-634D2C53CB75}"/>
                </a:ext>
              </a:extLst>
            </p:cNvPr>
            <p:cNvSpPr txBox="1"/>
            <p:nvPr/>
          </p:nvSpPr>
          <p:spPr>
            <a:xfrm>
              <a:off x="4985883" y="6050907"/>
              <a:ext cx="10728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Delegasi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Arahan,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Sumber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Daya</a:t>
              </a:r>
              <a:endParaRPr kumimoji="0" lang="en-ID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C9EFC8B-A37A-D49F-6E99-684E24A5B4B2}"/>
                </a:ext>
              </a:extLst>
            </p:cNvPr>
            <p:cNvSpPr txBox="1"/>
            <p:nvPr/>
          </p:nvSpPr>
          <p:spPr>
            <a:xfrm>
              <a:off x="6692370" y="5980173"/>
              <a:ext cx="11465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Harmonisasi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Komunikasi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Koordinasi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Kolaborasi</a:t>
              </a:r>
              <a:endParaRPr kumimoji="0" lang="en-ID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6" name="Rectangle 33">
            <a:extLst>
              <a:ext uri="{FF2B5EF4-FFF2-40B4-BE49-F238E27FC236}">
                <a16:creationId xmlns:a16="http://schemas.microsoft.com/office/drawing/2014/main" id="{AC537C21-0BE6-CFD8-16C0-FE6C9814CA5F}"/>
              </a:ext>
            </a:extLst>
          </p:cNvPr>
          <p:cNvSpPr/>
          <p:nvPr/>
        </p:nvSpPr>
        <p:spPr>
          <a:xfrm>
            <a:off x="608577" y="4739999"/>
            <a:ext cx="2720858" cy="87666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Eksekusi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Kegiatan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&amp;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Anggaran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(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perencanaan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pelaksanaan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pengendalian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operasional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akuntabilitas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dan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pelaporan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</a:p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sesuai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ketentuan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)</a:t>
            </a:r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5EDBF334-60A5-FE89-3636-5260093AF7E9}"/>
              </a:ext>
            </a:extLst>
          </p:cNvPr>
          <p:cNvSpPr/>
          <p:nvPr/>
        </p:nvSpPr>
        <p:spPr>
          <a:xfrm>
            <a:off x="3698809" y="4735829"/>
            <a:ext cx="2827721" cy="8984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Pembinaan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Pengendalian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Risiko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Kepatuhan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pelaksanaan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kegiatan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anggaran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mencapai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tujuan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organisasi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20" name="Rectangle 33">
            <a:extLst>
              <a:ext uri="{FF2B5EF4-FFF2-40B4-BE49-F238E27FC236}">
                <a16:creationId xmlns:a16="http://schemas.microsoft.com/office/drawing/2014/main" id="{A79364BF-8A35-AE10-FCDF-5CE1D644B7D8}"/>
              </a:ext>
            </a:extLst>
          </p:cNvPr>
          <p:cNvSpPr/>
          <p:nvPr/>
        </p:nvSpPr>
        <p:spPr>
          <a:xfrm>
            <a:off x="7092424" y="4716779"/>
            <a:ext cx="4132376" cy="9174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Pelaksanaan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pengawasan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kinerja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keuangan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Pembinaan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SPIP, MR,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Kepatuhan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melalui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aktivitas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konsultansi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asurans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(output: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rekomendasi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memberikan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nilai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tambah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kualitas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pelaksanaan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kegiatan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anggaran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&amp;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pencapaian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tujuan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9EFC8B-A37A-D49F-6E99-684E24A5B4B2}"/>
              </a:ext>
            </a:extLst>
          </p:cNvPr>
          <p:cNvSpPr txBox="1"/>
          <p:nvPr/>
        </p:nvSpPr>
        <p:spPr>
          <a:xfrm>
            <a:off x="8360121" y="6274572"/>
            <a:ext cx="1050216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3E + 1 T</a:t>
            </a:r>
            <a:endParaRPr kumimoji="0" lang="en-ID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9EFC8B-A37A-D49F-6E99-684E24A5B4B2}"/>
              </a:ext>
            </a:extLst>
          </p:cNvPr>
          <p:cNvSpPr txBox="1"/>
          <p:nvPr/>
        </p:nvSpPr>
        <p:spPr>
          <a:xfrm>
            <a:off x="9344075" y="6193058"/>
            <a:ext cx="198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Efektif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Efisien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Ekonomis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&amp;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Taat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E2088-B9E5-4CAC-12EB-F7A4C307E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1301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34A67-65B8-EE90-417A-FBD2E99B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A511-B4CB-FB99-AD59-C62ED8EF9A56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KONSEP PENGEMBANGAN SISTEM INFORMASI MANAJEMEN RISIKO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5796D-5CCD-B92A-AC52-5500E73E915D}"/>
              </a:ext>
            </a:extLst>
          </p:cNvPr>
          <p:cNvSpPr txBox="1"/>
          <p:nvPr/>
        </p:nvSpPr>
        <p:spPr>
          <a:xfrm>
            <a:off x="263912" y="1195587"/>
            <a:ext cx="1184021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Fokus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Pengelolaan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Anggaran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Perencanaan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➔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Pertanggungjawaban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Risiko yang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dikendalikan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Kinerja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Anggaran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Ketidakpatuhan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Non-Compliance)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Kecurangan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Fraud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Lini 1 KASATKER/KPA; PPK; POKJA, dan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Pejabat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Pengadaan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Lini 2 Ad Hoc salah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satu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Direktur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Kepala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Biro dan;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Khusus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untuk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Kinerja 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Anggaran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ini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keduanya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bersama-sama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dengan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Biro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Calibri"/>
              </a:rPr>
              <a:t>     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Keuangan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BMN, ADP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Biro POKS;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Khusus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untuk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PBJ 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L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ini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keduanya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bersama-sama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dengan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UKPBJ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Lini 3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Direktorat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Kepatuhan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Direktorat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PAI (UKHK)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1D4C26-DD7C-2BF7-438C-B300AAC6F1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32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7477A-EE33-C614-4F30-83B3D5682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0456-BB38-9526-E5F6-00F055CA7EE3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KONSEP PENGEMBANGAN SISTEM INFORMASI MANAJEMEN RISIKO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3269D8-EF78-C125-68D5-C0BCD966783B}"/>
              </a:ext>
            </a:extLst>
          </p:cNvPr>
          <p:cNvSpPr txBox="1"/>
          <p:nvPr/>
        </p:nvSpPr>
        <p:spPr>
          <a:xfrm>
            <a:off x="263911" y="1374006"/>
            <a:ext cx="118402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Apa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itu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K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emungkinan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terjadinya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suatu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peristiwa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yang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berdampak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terhadap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pencapaian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sasaran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Apa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itu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Manajemen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 Risiko 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Proses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sistematis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dan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terstruktur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yang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didukung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budaya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sadar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risiko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untuk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mengelola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risiko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pada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tingkat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yang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dapat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diterima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guna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memberikan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keyakinan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yang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memadai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terhadap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pencapaian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sasaran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Apa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itu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Manajemen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Pengelola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Anggaran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P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roses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sistematis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terstruktur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yang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oleh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pejabat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atau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unit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pengelola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keuangan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negara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untuk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mengenali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mengukur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dan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mengendalikan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potensi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kejadian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yang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dapat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mengganggu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pencapaian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target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keuangan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. 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B88E81-3294-D605-91C5-6CEC7B9D84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10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9644-A6E6-555E-31E8-A0D137F82653}"/>
              </a:ext>
            </a:extLst>
          </p:cNvPr>
          <p:cNvSpPr/>
          <p:nvPr/>
        </p:nvSpPr>
        <p:spPr>
          <a:xfrm>
            <a:off x="208157" y="970156"/>
            <a:ext cx="11775686" cy="7582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6E738-7774-7C48-298E-863039D7D2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64391-C531-AA88-C19B-09A1E6ACF035}"/>
              </a:ext>
            </a:extLst>
          </p:cNvPr>
          <p:cNvSpPr txBox="1"/>
          <p:nvPr/>
        </p:nvSpPr>
        <p:spPr>
          <a:xfrm>
            <a:off x="208157" y="1984915"/>
            <a:ext cx="117756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 err="1"/>
              <a:t>Mencapai</a:t>
            </a:r>
            <a:r>
              <a:rPr lang="en-US" sz="2400" dirty="0"/>
              <a:t> target, </a:t>
            </a:r>
            <a:r>
              <a:rPr lang="en-US" sz="2400" dirty="0" err="1"/>
              <a:t>sasaran</a:t>
            </a:r>
            <a:r>
              <a:rPr lang="en-US" sz="2400" dirty="0"/>
              <a:t>, dan </a:t>
            </a:r>
            <a:r>
              <a:rPr lang="en-US" sz="2400" dirty="0" err="1"/>
              <a:t>tujuan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terkendali</a:t>
            </a:r>
            <a:r>
              <a:rPr lang="en-US" sz="2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organisasi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paling </a:t>
            </a:r>
            <a:r>
              <a:rPr lang="en-US" sz="2400" dirty="0" err="1"/>
              <a:t>bawah</a:t>
            </a:r>
            <a:r>
              <a:rPr lang="en-US" sz="2400" dirty="0"/>
              <a:t> </a:t>
            </a:r>
            <a:r>
              <a:rPr lang="en-US" sz="2400" dirty="0" err="1"/>
              <a:t>sampai</a:t>
            </a:r>
            <a:r>
              <a:rPr lang="en-US" sz="2400" dirty="0"/>
              <a:t> paling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dirty="0" err="1"/>
              <a:t>bekerja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harmonis</a:t>
            </a:r>
            <a:r>
              <a:rPr lang="en-US" sz="2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Lini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pemilik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</a:t>
            </a:r>
            <a:r>
              <a:rPr lang="en-US" sz="2400" dirty="0" err="1"/>
              <a:t>didorong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memahami</a:t>
            </a:r>
            <a:r>
              <a:rPr lang="en-US" sz="2400" dirty="0"/>
              <a:t> target yang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dicapai</a:t>
            </a:r>
            <a:r>
              <a:rPr lang="en-US" sz="2400" dirty="0"/>
              <a:t>, </a:t>
            </a:r>
            <a:r>
              <a:rPr lang="en-US" sz="2400" dirty="0" err="1"/>
              <a:t>apa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yang </a:t>
            </a:r>
            <a:r>
              <a:rPr lang="en-US" sz="2400" dirty="0" err="1"/>
              <a:t>mengganggu</a:t>
            </a:r>
            <a:r>
              <a:rPr lang="en-US" sz="2400" dirty="0"/>
              <a:t> </a:t>
            </a:r>
            <a:r>
              <a:rPr lang="en-US" sz="2400" dirty="0" err="1"/>
              <a:t>pencapaian</a:t>
            </a:r>
            <a:r>
              <a:rPr lang="en-US" sz="2400" dirty="0"/>
              <a:t> target, dan </a:t>
            </a:r>
            <a:r>
              <a:rPr lang="en-US" sz="2400" dirty="0" err="1"/>
              <a:t>langkah</a:t>
            </a:r>
            <a:r>
              <a:rPr lang="en-US" sz="2400" dirty="0"/>
              <a:t> yang </a:t>
            </a:r>
            <a:r>
              <a:rPr lang="en-US" sz="2400" dirty="0" err="1"/>
              <a:t>efektif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memitigasi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dan </a:t>
            </a:r>
            <a:r>
              <a:rPr lang="en-US" sz="2400" dirty="0" err="1"/>
              <a:t>memastikan</a:t>
            </a:r>
            <a:r>
              <a:rPr lang="en-US" sz="2400" dirty="0"/>
              <a:t> </a:t>
            </a:r>
            <a:r>
              <a:rPr lang="en-US" sz="2400" dirty="0" err="1"/>
              <a:t>tercapainya</a:t>
            </a:r>
            <a:r>
              <a:rPr lang="en-US" sz="2400" dirty="0"/>
              <a:t> </a:t>
            </a:r>
            <a:r>
              <a:rPr lang="en-US" sz="2400" dirty="0" err="1"/>
              <a:t>tujuan</a:t>
            </a:r>
            <a:r>
              <a:rPr lang="en-US" sz="2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lini</a:t>
            </a:r>
            <a:r>
              <a:rPr lang="en-US" sz="2400" dirty="0"/>
              <a:t> </a:t>
            </a:r>
            <a:r>
              <a:rPr lang="en-US" sz="2400" dirty="0" err="1"/>
              <a:t>baik</a:t>
            </a:r>
            <a:r>
              <a:rPr lang="en-US" sz="2400" dirty="0"/>
              <a:t> </a:t>
            </a:r>
            <a:r>
              <a:rPr lang="en-US" sz="2400" dirty="0" err="1"/>
              <a:t>lini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, dua, dan </a:t>
            </a:r>
            <a:r>
              <a:rPr lang="en-US" sz="2400" dirty="0" err="1"/>
              <a:t>tiga</a:t>
            </a:r>
            <a:r>
              <a:rPr lang="en-US" sz="2400" dirty="0"/>
              <a:t> </a:t>
            </a:r>
            <a:r>
              <a:rPr lang="en-US" sz="2400" dirty="0" err="1"/>
              <a:t>bekerja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proaktif</a:t>
            </a:r>
            <a:r>
              <a:rPr lang="en-US" sz="2400" dirty="0"/>
              <a:t> dan </a:t>
            </a:r>
            <a:r>
              <a:rPr lang="en-US" sz="2400" dirty="0" err="1"/>
              <a:t>preventif</a:t>
            </a:r>
            <a:r>
              <a:rPr lang="en-US" sz="2400" dirty="0"/>
              <a:t> </a:t>
            </a:r>
            <a:r>
              <a:rPr lang="en-US" sz="2400" dirty="0" err="1"/>
              <a:t>serta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reaktif</a:t>
            </a:r>
            <a:r>
              <a:rPr lang="en-US" sz="2400" dirty="0"/>
              <a:t> guna </a:t>
            </a:r>
            <a:r>
              <a:rPr lang="en-US" sz="2400" dirty="0" err="1"/>
              <a:t>mengantisipasi</a:t>
            </a:r>
            <a:r>
              <a:rPr lang="en-US" sz="2400" dirty="0"/>
              <a:t> </a:t>
            </a:r>
            <a:r>
              <a:rPr lang="en-US" sz="2400" dirty="0" err="1"/>
              <a:t>berbagai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di </a:t>
            </a:r>
            <a:r>
              <a:rPr lang="en-US" sz="2400" dirty="0" err="1"/>
              <a:t>depan</a:t>
            </a:r>
            <a:r>
              <a:rPr lang="en-US" sz="2400" dirty="0"/>
              <a:t> </a:t>
            </a:r>
            <a:r>
              <a:rPr lang="en-US" sz="2400" dirty="0" err="1"/>
              <a:t>sebelum</a:t>
            </a:r>
            <a:r>
              <a:rPr lang="en-US" sz="2400" dirty="0"/>
              <a:t> </a:t>
            </a:r>
            <a:r>
              <a:rPr lang="en-US" sz="2400" dirty="0" err="1"/>
              <a:t>terjadinya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; dan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/>
              <a:t>Mendorong</a:t>
            </a:r>
            <a:r>
              <a:rPr lang="en-US" sz="2400" dirty="0"/>
              <a:t> </a:t>
            </a:r>
            <a:r>
              <a:rPr lang="en-US" sz="2400" dirty="0" err="1"/>
              <a:t>terbangunnya</a:t>
            </a:r>
            <a:r>
              <a:rPr lang="en-US" sz="2400" dirty="0"/>
              <a:t> </a:t>
            </a:r>
            <a:r>
              <a:rPr lang="en-US" sz="2400" dirty="0" err="1"/>
              <a:t>budaya</a:t>
            </a:r>
            <a:r>
              <a:rPr lang="en-US" sz="2400" dirty="0"/>
              <a:t> </a:t>
            </a:r>
            <a:r>
              <a:rPr lang="en-US" sz="2400" dirty="0" err="1"/>
              <a:t>sadar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di </a:t>
            </a:r>
            <a:r>
              <a:rPr lang="en-US" sz="2400" dirty="0" err="1"/>
              <a:t>Otorita</a:t>
            </a:r>
            <a:r>
              <a:rPr lang="en-US" sz="2400" dirty="0"/>
              <a:t> IKN.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1F6F3-7EB7-603B-9CA5-ACF278CC5DC5}"/>
              </a:ext>
            </a:extLst>
          </p:cNvPr>
          <p:cNvSpPr txBox="1"/>
          <p:nvPr/>
        </p:nvSpPr>
        <p:spPr>
          <a:xfrm>
            <a:off x="208157" y="970156"/>
            <a:ext cx="117756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Apa Manfaat </a:t>
            </a:r>
            <a:r>
              <a:rPr lang="en-US" sz="2400" b="1" dirty="0" err="1"/>
              <a:t>Manajemen</a:t>
            </a:r>
            <a:r>
              <a:rPr lang="en-US" sz="2400" b="1" dirty="0"/>
              <a:t> Risiko </a:t>
            </a:r>
            <a:r>
              <a:rPr lang="en-US" sz="2400" b="1" dirty="0" err="1"/>
              <a:t>Pengelolaan</a:t>
            </a:r>
            <a:r>
              <a:rPr lang="en-US" sz="2400" b="1" dirty="0"/>
              <a:t> </a:t>
            </a:r>
            <a:r>
              <a:rPr lang="en-US" sz="2400" b="1" dirty="0" err="1"/>
              <a:t>Anggaran</a:t>
            </a:r>
            <a:r>
              <a:rPr lang="en-US" sz="2400" b="1" dirty="0"/>
              <a:t> </a:t>
            </a:r>
            <a:r>
              <a:rPr lang="en-US" sz="2400" b="1" dirty="0" err="1"/>
              <a:t>dengan</a:t>
            </a:r>
            <a:r>
              <a:rPr lang="en-US" sz="2400" b="1" dirty="0"/>
              <a:t> Model Tiga Lini </a:t>
            </a:r>
          </a:p>
          <a:p>
            <a:pPr algn="ctr"/>
            <a:r>
              <a:rPr lang="en-US" sz="2400" b="1" dirty="0"/>
              <a:t>di </a:t>
            </a:r>
            <a:r>
              <a:rPr lang="en-US" sz="2400" b="1" dirty="0" err="1"/>
              <a:t>Otorita</a:t>
            </a:r>
            <a:r>
              <a:rPr lang="en-US" sz="2400" b="1" dirty="0"/>
              <a:t> IKN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69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07A14-F8EC-6703-5D34-5D85EAC7E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581C-7DCB-99B7-952E-A96B6FCC6B65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KONSEP PENGEMBANGAN SISTEM INFORMASI MANAJEMEN RISIKO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78873B-DB9B-C940-25C9-16A3AC6F7429}"/>
              </a:ext>
            </a:extLst>
          </p:cNvPr>
          <p:cNvSpPr txBox="1"/>
          <p:nvPr/>
        </p:nvSpPr>
        <p:spPr>
          <a:xfrm>
            <a:off x="175892" y="849898"/>
            <a:ext cx="11840215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Total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sudah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dilaksanakan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14 kali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rapat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pembahasan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mengenai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manajemen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risiko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pengelolaan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keuangan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di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Otorita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IKN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Tim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Kerja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Manajemen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secara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offline dan online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rincian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sebagai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berikut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06 April 2026;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23 April 2026;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 Mei 2026;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 Juni 2026;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07 Juli 2026;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 Juli 2026;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21 Juli 2026;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04 Agustus 2026;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 Agustus 2026;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 Agustus 2026;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 Agustus 2026;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September 2026;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September 2026; dan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September 2026;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06E398-ED89-00D5-12A1-59A3BA3AF0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24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D1610-7B57-721B-F8A9-B5DCBC9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6A12-3D49-8910-B519-9C630B12AE41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KONSEP PENGEMBANGAN SISTEM INFORMASI MANAJEMEN RISIKO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B0B94-5EF0-3077-5E92-D785F749D3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56D00-6D2B-A1B0-8183-41D4B513E68F}"/>
              </a:ext>
            </a:extLst>
          </p:cNvPr>
          <p:cNvSpPr txBox="1"/>
          <p:nvPr/>
        </p:nvSpPr>
        <p:spPr>
          <a:xfrm>
            <a:off x="579863" y="804297"/>
            <a:ext cx="11363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Para Unit </a:t>
            </a:r>
            <a:r>
              <a:rPr lang="en-US" sz="2000" b="1" dirty="0" err="1"/>
              <a:t>Kerja</a:t>
            </a:r>
            <a:r>
              <a:rPr lang="en-US" sz="2000" b="1" dirty="0"/>
              <a:t> </a:t>
            </a:r>
            <a:r>
              <a:rPr lang="en-US" sz="2000" b="1" dirty="0" err="1"/>
              <a:t>sudah</a:t>
            </a:r>
            <a:r>
              <a:rPr lang="en-US" sz="2000" b="1" dirty="0"/>
              <a:t> </a:t>
            </a:r>
            <a:r>
              <a:rPr lang="en-US" sz="2000" b="1" dirty="0" err="1"/>
              <a:t>merespon</a:t>
            </a:r>
            <a:r>
              <a:rPr lang="en-US" sz="2000" b="1" dirty="0"/>
              <a:t> ND </a:t>
            </a:r>
            <a:r>
              <a:rPr lang="en-US" sz="2000" b="1" dirty="0" err="1"/>
              <a:t>Staf</a:t>
            </a:r>
            <a:r>
              <a:rPr lang="en-US" sz="2000" b="1" dirty="0"/>
              <a:t> </a:t>
            </a:r>
            <a:r>
              <a:rPr lang="en-US" sz="2000" b="1" dirty="0" err="1"/>
              <a:t>Khusus</a:t>
            </a:r>
            <a:r>
              <a:rPr lang="en-US" sz="2000" b="1" dirty="0"/>
              <a:t> </a:t>
            </a:r>
            <a:r>
              <a:rPr lang="en-US" sz="2000" b="1" dirty="0" err="1"/>
              <a:t>Bidang</a:t>
            </a:r>
            <a:r>
              <a:rPr lang="en-US" sz="2000" b="1" dirty="0"/>
              <a:t> Audit dan </a:t>
            </a:r>
            <a:r>
              <a:rPr lang="en-US" sz="2000" b="1" dirty="0" err="1"/>
              <a:t>Pengawasan</a:t>
            </a:r>
            <a:r>
              <a:rPr lang="en-US" sz="2000" b="1" dirty="0"/>
              <a:t> Pembangunan </a:t>
            </a:r>
            <a:r>
              <a:rPr lang="en-US" sz="2000" b="1" dirty="0" err="1"/>
              <a:t>terkait</a:t>
            </a:r>
            <a:r>
              <a:rPr lang="en-US" sz="2000" b="1" dirty="0"/>
              <a:t> </a:t>
            </a:r>
            <a:r>
              <a:rPr lang="en-US" sz="2000" b="1" dirty="0" err="1"/>
              <a:t>permohonan</a:t>
            </a:r>
            <a:r>
              <a:rPr lang="en-US" sz="2000" b="1" dirty="0"/>
              <a:t> </a:t>
            </a:r>
            <a:r>
              <a:rPr lang="en-US" sz="2000" b="1" dirty="0" err="1"/>
              <a:t>masukan</a:t>
            </a:r>
            <a:r>
              <a:rPr lang="en-US" sz="2000" b="1" dirty="0"/>
              <a:t> </a:t>
            </a:r>
            <a:r>
              <a:rPr lang="en-US" sz="2000" b="1" dirty="0" err="1"/>
              <a:t>atas</a:t>
            </a:r>
            <a:r>
              <a:rPr lang="en-US" sz="2000" b="1" dirty="0"/>
              <a:t> </a:t>
            </a:r>
            <a:r>
              <a:rPr lang="en-US" sz="2000" b="1" dirty="0" err="1"/>
              <a:t>konsep</a:t>
            </a:r>
            <a:r>
              <a:rPr lang="en-US" sz="2000" b="1" dirty="0"/>
              <a:t> register </a:t>
            </a:r>
            <a:r>
              <a:rPr lang="en-US" sz="2000" b="1" dirty="0" err="1"/>
              <a:t>risiko</a:t>
            </a:r>
            <a:r>
              <a:rPr lang="en-US" sz="2000" b="1" dirty="0"/>
              <a:t> yang </a:t>
            </a:r>
            <a:r>
              <a:rPr lang="en-US" sz="2000" b="1" dirty="0" err="1"/>
              <a:t>dikirimkan</a:t>
            </a:r>
            <a:r>
              <a:rPr lang="en-US" sz="2000" b="1" dirty="0"/>
              <a:t> pada 10 dan 11 September 2026;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3AD786-3FD4-4650-10C7-4D017C18A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811404"/>
              </p:ext>
            </p:extLst>
          </p:nvPr>
        </p:nvGraphicFramePr>
        <p:xfrm>
          <a:off x="825190" y="1728470"/>
          <a:ext cx="4772722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2907">
                  <a:extLst>
                    <a:ext uri="{9D8B030D-6E8A-4147-A177-3AD203B41FA5}">
                      <a16:colId xmlns:a16="http://schemas.microsoft.com/office/drawing/2014/main" val="1146623943"/>
                    </a:ext>
                  </a:extLst>
                </a:gridCol>
                <a:gridCol w="2419815">
                  <a:extLst>
                    <a:ext uri="{9D8B030D-6E8A-4147-A177-3AD203B41FA5}">
                      <a16:colId xmlns:a16="http://schemas.microsoft.com/office/drawing/2014/main" val="3354202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Jenis </a:t>
                      </a:r>
                      <a:r>
                        <a:rPr lang="en-US" dirty="0" err="1"/>
                        <a:t>Masukan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Unit </a:t>
                      </a:r>
                      <a:r>
                        <a:rPr lang="en-US" dirty="0" err="1"/>
                        <a:t>Kerja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63218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Masukan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Manajemen</a:t>
                      </a:r>
                      <a:r>
                        <a:rPr lang="en-US" dirty="0"/>
                        <a:t> </a:t>
                      </a:r>
                    </a:p>
                    <a:p>
                      <a:pPr algn="ctr"/>
                      <a:r>
                        <a:rPr lang="en-US" dirty="0"/>
                        <a:t>Risiko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KPA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KPA </a:t>
                      </a:r>
                      <a:r>
                        <a:rPr lang="en-US" dirty="0" err="1"/>
                        <a:t>Satker</a:t>
                      </a:r>
                      <a:r>
                        <a:rPr lang="en-US" dirty="0"/>
                        <a:t> 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277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KPA </a:t>
                      </a:r>
                      <a:r>
                        <a:rPr lang="en-US" dirty="0" err="1"/>
                        <a:t>Satker</a:t>
                      </a:r>
                      <a:r>
                        <a:rPr lang="en-US" dirty="0"/>
                        <a:t> 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0603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KPA </a:t>
                      </a:r>
                      <a:r>
                        <a:rPr lang="en-US" dirty="0" err="1"/>
                        <a:t>Satker</a:t>
                      </a:r>
                      <a:r>
                        <a:rPr lang="en-US" dirty="0"/>
                        <a:t> C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0989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KPA </a:t>
                      </a:r>
                      <a:r>
                        <a:rPr lang="en-US" dirty="0" err="1"/>
                        <a:t>Satker</a:t>
                      </a:r>
                      <a:r>
                        <a:rPr lang="en-US" dirty="0"/>
                        <a:t> D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3269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KPA </a:t>
                      </a:r>
                      <a:r>
                        <a:rPr lang="en-US" dirty="0" err="1"/>
                        <a:t>Satker</a:t>
                      </a:r>
                      <a:r>
                        <a:rPr lang="en-US" dirty="0"/>
                        <a:t> 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2232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KPA </a:t>
                      </a:r>
                      <a:r>
                        <a:rPr lang="en-US" dirty="0" err="1"/>
                        <a:t>Satker</a:t>
                      </a:r>
                      <a:r>
                        <a:rPr lang="en-US" dirty="0"/>
                        <a:t> F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5100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Masukan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Manajemen</a:t>
                      </a:r>
                      <a:r>
                        <a:rPr lang="en-US" dirty="0"/>
                        <a:t> Risiko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PPK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PPK A-2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04858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PPK E-1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153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PPK E-2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5575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PPK E-10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8807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04124B-ACD2-7943-A2BD-FEA639FEB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614932"/>
              </p:ext>
            </p:extLst>
          </p:nvPr>
        </p:nvGraphicFramePr>
        <p:xfrm>
          <a:off x="6052063" y="1728471"/>
          <a:ext cx="4772722" cy="4084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0200">
                  <a:extLst>
                    <a:ext uri="{9D8B030D-6E8A-4147-A177-3AD203B41FA5}">
                      <a16:colId xmlns:a16="http://schemas.microsoft.com/office/drawing/2014/main" val="1146623943"/>
                    </a:ext>
                  </a:extLst>
                </a:gridCol>
                <a:gridCol w="2472522">
                  <a:extLst>
                    <a:ext uri="{9D8B030D-6E8A-4147-A177-3AD203B41FA5}">
                      <a16:colId xmlns:a16="http://schemas.microsoft.com/office/drawing/2014/main" val="3354202435"/>
                    </a:ext>
                  </a:extLst>
                </a:gridCol>
              </a:tblGrid>
              <a:tr h="3467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Jenis </a:t>
                      </a:r>
                      <a:r>
                        <a:rPr lang="en-US" dirty="0" err="1"/>
                        <a:t>Masukan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Unit </a:t>
                      </a:r>
                      <a:r>
                        <a:rPr lang="en-US" dirty="0" err="1"/>
                        <a:t>Kerja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63218"/>
                  </a:ext>
                </a:extLst>
              </a:tr>
              <a:tr h="7010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Masukan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Manajemen</a:t>
                      </a:r>
                      <a:r>
                        <a:rPr lang="en-US" dirty="0"/>
                        <a:t> </a:t>
                      </a:r>
                    </a:p>
                    <a:p>
                      <a:pPr algn="ctr"/>
                      <a:r>
                        <a:rPr lang="en-US" dirty="0"/>
                        <a:t>Risiko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UKPBJ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UKPBJ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27750"/>
                  </a:ext>
                </a:extLst>
              </a:tr>
              <a:tr h="866885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Masukan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Manajemen</a:t>
                      </a:r>
                      <a:r>
                        <a:rPr lang="en-US" dirty="0"/>
                        <a:t> Risiko </a:t>
                      </a:r>
                    </a:p>
                    <a:p>
                      <a:pPr algn="ctr"/>
                      <a:r>
                        <a:rPr lang="en-US" dirty="0"/>
                        <a:t>(Kinerja </a:t>
                      </a:r>
                      <a:r>
                        <a:rPr lang="en-US" dirty="0" err="1"/>
                        <a:t>Anggaran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Biro </a:t>
                      </a:r>
                      <a:r>
                        <a:rPr lang="en-US" dirty="0" err="1"/>
                        <a:t>Keuangan</a:t>
                      </a:r>
                      <a:r>
                        <a:rPr lang="en-US" dirty="0"/>
                        <a:t>, Barang Milik Negara, dan Aset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Penguasaan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048588"/>
                  </a:ext>
                </a:extLst>
              </a:tr>
              <a:tr h="86688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Biro </a:t>
                      </a:r>
                      <a:r>
                        <a:rPr lang="en-US" dirty="0" err="1"/>
                        <a:t>Perencanaan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Organisasi</a:t>
                      </a:r>
                      <a:r>
                        <a:rPr lang="en-US" dirty="0"/>
                        <a:t>, dan </a:t>
                      </a:r>
                    </a:p>
                    <a:p>
                      <a:pPr algn="ctr"/>
                      <a:r>
                        <a:rPr lang="en-US" dirty="0" err="1"/>
                        <a:t>Kerja</a:t>
                      </a:r>
                      <a:r>
                        <a:rPr lang="en-US" dirty="0"/>
                        <a:t> Sama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15391"/>
                  </a:ext>
                </a:extLst>
              </a:tr>
              <a:tr h="60682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Masukan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Manajemen</a:t>
                      </a:r>
                      <a:r>
                        <a:rPr lang="en-US" dirty="0"/>
                        <a:t> Risiko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Ketidakpatuhan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Kecurangan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Direktorat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Pengawasan</a:t>
                      </a:r>
                      <a:r>
                        <a:rPr lang="en-US" dirty="0"/>
                        <a:t> dan Audit Internal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97397"/>
                  </a:ext>
                </a:extLst>
              </a:tr>
              <a:tr h="52013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Direktorat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Kepatuhan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981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445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B3BEE8-3315-E296-FF8D-15C5FE1123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0A971C-AAAE-7801-6AC8-52C4D3107B05}"/>
              </a:ext>
            </a:extLst>
          </p:cNvPr>
          <p:cNvSpPr/>
          <p:nvPr/>
        </p:nvSpPr>
        <p:spPr>
          <a:xfrm>
            <a:off x="1282390" y="1149246"/>
            <a:ext cx="8753707" cy="724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4C926-28F5-2753-6347-AF3B47BB7876}"/>
              </a:ext>
            </a:extLst>
          </p:cNvPr>
          <p:cNvSpPr txBox="1"/>
          <p:nvPr/>
        </p:nvSpPr>
        <p:spPr>
          <a:xfrm>
            <a:off x="1282390" y="1326994"/>
            <a:ext cx="8753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Tim </a:t>
            </a:r>
            <a:r>
              <a:rPr lang="en-US" sz="2400" b="1" dirty="0" err="1"/>
              <a:t>Kerja</a:t>
            </a:r>
            <a:r>
              <a:rPr lang="en-US" sz="2400" b="1" dirty="0"/>
              <a:t> </a:t>
            </a:r>
            <a:r>
              <a:rPr lang="en-US" sz="2400" b="1" dirty="0" err="1"/>
              <a:t>Manajemen</a:t>
            </a:r>
            <a:r>
              <a:rPr lang="en-US" sz="2400" b="1" dirty="0"/>
              <a:t> Risiko Model Tiga Lini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0F7A4-E550-5E4F-86AC-3DC52E54305F}"/>
              </a:ext>
            </a:extLst>
          </p:cNvPr>
          <p:cNvSpPr txBox="1"/>
          <p:nvPr/>
        </p:nvSpPr>
        <p:spPr>
          <a:xfrm>
            <a:off x="1164557" y="2048515"/>
            <a:ext cx="98628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irektorat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Pengawasan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dan Audit Internal;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Direktorat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Kepatuhan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Biro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Perencanaan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Organisasi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, dan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Kerja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Sama;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Biro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Keuangan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Barang Milik Negara, dan Aset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Dalam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Penguasaan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Biro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Sumber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Daya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Manusia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dan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Hubungan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Masyarakat;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Kepala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Unit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Kerja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Pengadaan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Barang/Jasa;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Tenaga Ahli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Kepala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OIKN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Bidang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Pengadaan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Barang/Jasa;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Calibri"/>
              </a:rPr>
              <a:t>Direktorat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Data dan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Kecerdasan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Buatan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KPA (KASATKER)/PPK/POKJA/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Pejabat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Pengadaan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Calibri"/>
              </a:rPr>
              <a:t>Staf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Khusus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Kepala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OIKN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Bidang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Audit dan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Pengawasan</a:t>
            </a:r>
            <a:r>
              <a:rPr lang="en-US" sz="2400">
                <a:solidFill>
                  <a:prstClr val="black"/>
                </a:solidFill>
                <a:latin typeface="Calibri"/>
              </a:rPr>
              <a:t> Pembangunan.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Calibri"/>
              </a:rPr>
              <a:t>Pengarah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: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Kepala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Otorita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IKN dan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seluruh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Eselon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1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Otorita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IKN.  </a:t>
            </a:r>
          </a:p>
        </p:txBody>
      </p:sp>
    </p:spTree>
    <p:extLst>
      <p:ext uri="{BB962C8B-B14F-4D97-AF65-F5344CB8AC3E}">
        <p14:creationId xmlns:p14="http://schemas.microsoft.com/office/powerpoint/2010/main" val="276181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B3B8-F4BF-4F2C-9210-BE62D122C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9125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CONTOH RISIKO DAN MITIGASINYA UNTUK LINI PERTAMA PENYELENGGARAAN ANGGARAN OIKN</a:t>
            </a:r>
            <a:b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ECF3-7148-C790-4AF9-9C1FF456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929743"/>
            <a:ext cx="12192000" cy="2247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KUASA PENGGUNA ANGGARAN (KPA) </a:t>
            </a:r>
          </a:p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SEBAGAI LINI PERTAMA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4114C-985A-635F-91EF-6E1E7C3A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69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1A943-3CA8-B5BE-C431-2C405333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54C1-096B-ABFF-CDCC-3AB1E41A9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595173"/>
            <a:ext cx="12191999" cy="1118258"/>
          </a:xfrm>
        </p:spPr>
        <p:txBody>
          <a:bodyPr>
            <a:normAutofit fontScale="90000"/>
          </a:bodyPr>
          <a:lstStyle/>
          <a:p>
            <a:pPr algn="ctr"/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PEMILIK RISIKO :</a:t>
            </a:r>
            <a:br>
              <a:rPr lang="fi-FI" sz="2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KPA/SATKER (MISAL KPA/SATKER ...)</a:t>
            </a:r>
            <a:br>
              <a:rPr lang="fi-FI" sz="2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br>
              <a:rPr lang="fi-FI" sz="2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DATA UMUM</a:t>
            </a:r>
            <a:br>
              <a:rPr lang="fi-FI" sz="2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b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C53F65-3EBE-081C-C0F5-C2FEBCC12932}"/>
              </a:ext>
            </a:extLst>
          </p:cNvPr>
          <p:cNvGraphicFramePr>
            <a:graphicFrameLocks noGrp="1"/>
          </p:cNvGraphicFramePr>
          <p:nvPr/>
        </p:nvGraphicFramePr>
        <p:xfrm>
          <a:off x="-2" y="1230502"/>
          <a:ext cx="12192001" cy="5627497"/>
        </p:xfrm>
        <a:graphic>
          <a:graphicData uri="http://schemas.openxmlformats.org/drawingml/2006/table">
            <a:tbl>
              <a:tblPr firstRow="1" bandRow="1"/>
              <a:tblGrid>
                <a:gridCol w="2754087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112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Tujuan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Memastikan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dilaksanakan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taat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azas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signifikan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teridentifikasi</a:t>
                      </a:r>
                      <a:r>
                        <a:rPr lang="en-US" sz="16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114416"/>
                  </a:ext>
                </a:extLst>
              </a:tr>
              <a:tr h="5016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besar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I.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(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mohon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jenis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Mengacu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PMK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Nomor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62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2023 Pasal 186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ayat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4)</a:t>
                      </a:r>
                    </a:p>
                    <a:p>
                      <a:endParaRPr lang="en-US" sz="16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II. Besar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Rp …………. (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harap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besar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endParaRPr lang="en-US" sz="16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6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6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III. Target : ............ (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mohon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capaian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akhir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IV. Data Kuasa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Pengguna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(KPA)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Satker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Nomor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DIPA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Petikan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………….</a:t>
                      </a:r>
                    </a:p>
                    <a:p>
                      <a:endParaRPr lang="en-US" sz="16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14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62B2AF-DF1B-D4E4-E1C9-8A4AFA8C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343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DE1C-4F00-8555-C2D5-71D7F005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AE66-55B6-5C3E-E01A-9CF363111D72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736B7E-8120-9694-AB14-6BDEF783DE07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A533C1-C507-5006-1529-A0DCC0E9D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37009"/>
              </p:ext>
            </p:extLst>
          </p:nvPr>
        </p:nvGraphicFramePr>
        <p:xfrm>
          <a:off x="2864644" y="836365"/>
          <a:ext cx="9239483" cy="4948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8298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Adanya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angka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blokir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dan RO 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Rincian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Output)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khusus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639946"/>
                  </a:ext>
                </a:extLst>
              </a:tr>
              <a:tr h="47659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Reviu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kelengkapan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syarat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pencairan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(data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dukung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TOR/RAB)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sebelum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pengajuan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revisi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percepatan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pemenuhan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persyaratan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pembuka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blokir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maksimal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14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hari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sejak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id-ID" sz="1600" dirty="0">
                          <a:solidFill>
                            <a:schemeClr val="tx1"/>
                          </a:solidFill>
                        </a:rPr>
                        <a:t>DIPA awal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diterbitkan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85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77356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penarikan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dana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realistis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47659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Menetapkan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rencana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berdasarkan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indikator</a:t>
                      </a:r>
                      <a:r>
                        <a:rPr lang="en-US" sz="1600" b="0" dirty="0"/>
                        <a:t> SMART (</a:t>
                      </a:r>
                      <a:r>
                        <a:rPr lang="en-US" sz="1600" b="0" i="1" dirty="0"/>
                        <a:t>Specific, Measurable, Achievable, Relevant, dan Time-Bound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Alokasi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waktu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cadangan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buffer-time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66318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Deviasi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Penarikan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Dana (RPD) yang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tinggi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Monitoring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serta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penguatan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internal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323982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RPD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berdasarkan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milestone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jadwal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matang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863834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Bulanan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(RKB)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disusun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setiap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akhir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triwulan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berjalan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triwulan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berikutnya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komitmen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pemilik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melaksanakan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RKB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telah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disusun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15433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118CE36-486E-B122-69FF-245A8323086B}"/>
              </a:ext>
            </a:extLst>
          </p:cNvPr>
          <p:cNvSpPr/>
          <p:nvPr/>
        </p:nvSpPr>
        <p:spPr>
          <a:xfrm>
            <a:off x="0" y="0"/>
            <a:ext cx="1654629" cy="5878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69F8C-A710-3C5D-B07F-D4AF705BF2BC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03770-A796-74BF-0652-399D2807D7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8499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A58D-3040-CD23-1E6B-57B6D8078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1B2B-1C3B-381E-1AE2-A04FF475F1AC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14B5D4-B10A-6043-81C1-FE120DCA3DA5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AD1E62-0A77-E4FF-9970-A344481A4D3A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36365"/>
          <a:ext cx="923948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8298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Belum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adanya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Umum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(RUP) Barang/Jasa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22251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Mendelegasikan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RUP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kepada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PPK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141462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Menetapkan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mengesahkan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RUP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141462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55199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Duplikasi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usulan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antar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Satker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/unit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akibat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minimnya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lintas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unit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usulan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endParaRPr lang="en-US" sz="16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893063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5.a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Reviu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silang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</a:rPr>
                        <a:t>cross-check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usulan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antar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Satker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sebelum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diajukan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ke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Biro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33403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5.b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Membangun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basis data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terpadu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dapat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diakses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seluruh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Satker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80664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endParaRPr lang="en-US" sz="16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216186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Risiko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kebutuhan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sumber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daya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manusia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pelaksana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memadai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dibandingkan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beban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direncanakan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59909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Risiko 6.a.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Analisis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beban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</a:rPr>
                        <a:t>workload analysis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sebelum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 RKA.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119004"/>
                  </a:ext>
                </a:extLst>
              </a:tr>
              <a:tr h="282980">
                <a:tc>
                  <a:txBody>
                    <a:bodyPr/>
                    <a:lstStyle/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Risiko 6.b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Biro SDM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pemenuhan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kebutuhan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personel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1602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BACE551-45FE-3364-150C-496824E39BCE}"/>
              </a:ext>
            </a:extLst>
          </p:cNvPr>
          <p:cNvSpPr/>
          <p:nvPr/>
        </p:nvSpPr>
        <p:spPr>
          <a:xfrm>
            <a:off x="0" y="0"/>
            <a:ext cx="1654629" cy="5878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A79F4-4F50-1D63-09F5-4324338E5E27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E05C0-E14D-C7C5-B7A2-3822B21A06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16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D347-0035-A099-E857-D2584029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5942-FE49-9D8F-FBC4-66DA6E46389F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AF813B-19B1-D29D-5C46-9928A9A19E12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0692F6-3FE9-2ED1-4940-17CF49F1FC91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4602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PPK, PPSPM,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panitia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pejabat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ketentuan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kewenangan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kompetensi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dipersyaratkan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Verifikasi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sertifikasi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kompetensi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berlapis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Pemeriksaan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kepatuhan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jabatan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larangan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rangkap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40714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tepat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sasaran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relevan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Mewajibkan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i="1" dirty="0"/>
                        <a:t>feasibility study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untuk</a:t>
                      </a:r>
                      <a:r>
                        <a:rPr lang="en-US" sz="1600" b="0" dirty="0"/>
                        <a:t> program </a:t>
                      </a:r>
                      <a:r>
                        <a:rPr lang="en-US" sz="1600" b="0" dirty="0" err="1"/>
                        <a:t>skala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besar</a:t>
                      </a:r>
                      <a:r>
                        <a:rPr lang="en-US" sz="1600" b="0" dirty="0"/>
                        <a:t>/</a:t>
                      </a:r>
                      <a:r>
                        <a:rPr lang="en-US" sz="1600" b="0" dirty="0" err="1"/>
                        <a:t>prioritas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Koordinasi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intensif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Kementerian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Bappenas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Program rutin/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Usulan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program rutin/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harus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melampirkan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hasil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tahun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sebelumnya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pemilahan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program rutin/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berdasarkan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prioritas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12D2FF8-32D7-0555-AD8A-32D1F14AD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635CBC-E5B0-0234-0F51-E51633375CB8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24FE-73BD-2E9B-E420-63F917ECC7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887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9BC4D-6380-7D01-3585-190DD25F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B95F-71F3-0B85-1065-72CE6A5EEEA5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A6D85B-1D18-1BF5-8AB7-A2B575A8D771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8D9D92-76A2-93EF-0561-625B368F81A2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36365"/>
          <a:ext cx="9239483" cy="4757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2321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Terjadinya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konflik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kepentingan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intervensi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penyalahgunaan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kewenangan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KPA</a:t>
                      </a:r>
                      <a:endParaRPr 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33986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Pemisahan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tugas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/>
                        <a:t>segregation of duties</a:t>
                      </a:r>
                      <a:r>
                        <a:rPr lang="en-US" sz="1600" dirty="0"/>
                        <a:t>) </a:t>
                      </a:r>
                      <a:r>
                        <a:rPr lang="en-US" sz="1600" dirty="0" err="1"/>
                        <a:t>dengan</a:t>
                      </a:r>
                      <a:r>
                        <a:rPr lang="en-US" sz="1600" dirty="0"/>
                        <a:t> PPK, PPSPM, </a:t>
                      </a:r>
                      <a:r>
                        <a:rPr lang="en-US" sz="1600" dirty="0" err="1"/>
                        <a:t>Panitia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Pejabat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Pengadaan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Supervisi</a:t>
                      </a:r>
                      <a:r>
                        <a:rPr lang="en-US" sz="1600" dirty="0"/>
                        <a:t> oleh Lini </a:t>
                      </a:r>
                      <a:r>
                        <a:rPr lang="en-US" sz="1600" dirty="0" err="1"/>
                        <a:t>Kedua</a:t>
                      </a:r>
                      <a:r>
                        <a:rPr lang="en-US" sz="1600" dirty="0"/>
                        <a:t> dan Lini </a:t>
                      </a:r>
                      <a:r>
                        <a:rPr lang="en-US" sz="1600" dirty="0" err="1"/>
                        <a:t>Ketiga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151111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55827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Manipulasi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Rencana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Penarikan</a:t>
                      </a:r>
                      <a:r>
                        <a:rPr lang="en-US" sz="1600" b="1" dirty="0"/>
                        <a:t> Dana (RPD) </a:t>
                      </a:r>
                      <a:r>
                        <a:rPr lang="en-US" sz="1600" b="1" dirty="0" err="1"/>
                        <a:t>melalui</a:t>
                      </a:r>
                      <a:r>
                        <a:rPr lang="en-US" sz="1600" b="1" dirty="0"/>
                        <a:t> Halaman III DIPA yang </a:t>
                      </a:r>
                      <a:r>
                        <a:rPr lang="en-US" sz="1600" b="1" dirty="0" err="1"/>
                        <a:t>tidak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sinkron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untuk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menciptakan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i="1" dirty="0"/>
                        <a:t>idle cash</a:t>
                      </a:r>
                      <a:endParaRPr lang="en-US" sz="16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389579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Rekonsiliasi</a:t>
                      </a:r>
                      <a:r>
                        <a:rPr lang="en-US" sz="1600" b="0" dirty="0"/>
                        <a:t> kas RPD dan Halaman III DIPA </a:t>
                      </a:r>
                      <a:r>
                        <a:rPr lang="en-US" sz="1600" b="0" dirty="0" err="1"/>
                        <a:t>secara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berkala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41259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Mewajibkan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dirty="0" err="1"/>
                        <a:t>penandatanganan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Pakta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Integritas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Penegakan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Pelanggaran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Disiplin</a:t>
                      </a:r>
                      <a:r>
                        <a:rPr lang="en-US" sz="1600" dirty="0"/>
                        <a:t> dan Kode </a:t>
                      </a:r>
                      <a:r>
                        <a:rPr lang="en-US" sz="1600" dirty="0" err="1"/>
                        <a:t>Etik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2321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Indikasi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korupsi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kolusi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, dan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nepotisme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2029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Transparansi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keterbukaan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Umum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(RUP) Barang/Jasa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614052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Mempublikasikan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Rencana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Umum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(RUP) Barang/Jasa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9624168-4810-7B6B-ECCB-CF13372D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D6679E-A347-4BF2-5F06-5D4BA6A5DDB7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5184E-A344-2470-2242-9119C3FEBE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414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E7EAA-6755-F60F-E8B6-E50508C9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A552-8ED8-1E1B-6A5E-AD2D8FB2A70B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PENGANGGARAN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08562D-E310-F875-626D-C37D0084B6AB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61BFB8-5FAD-44CD-D66C-8E61F6E08BC1}"/>
              </a:ext>
            </a:extLst>
          </p:cNvPr>
          <p:cNvGraphicFramePr>
            <a:graphicFrameLocks noGrp="1"/>
          </p:cNvGraphicFramePr>
          <p:nvPr/>
        </p:nvGraphicFramePr>
        <p:xfrm>
          <a:off x="2865863" y="877638"/>
          <a:ext cx="9238264" cy="49288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0695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17639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Perubahan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di 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luar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kendali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blokir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285434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 err="1"/>
                        <a:t>Koordinasi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intensif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dengan</a:t>
                      </a:r>
                      <a:r>
                        <a:rPr lang="en-US" sz="1500" b="0" dirty="0"/>
                        <a:t> DJA – </a:t>
                      </a:r>
                      <a:r>
                        <a:rPr lang="en-US" sz="1500" b="0" dirty="0" err="1"/>
                        <a:t>Kemenkeu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untuk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pembukaan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blokir</a:t>
                      </a:r>
                      <a:r>
                        <a:rPr lang="en-US" sz="1500" b="0" dirty="0"/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311082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kern="1200" dirty="0" err="1">
                          <a:solidFill>
                            <a:schemeClr val="dk1"/>
                          </a:solidFill>
                        </a:rPr>
                        <a:t>Realokasi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</a:rPr>
                        <a:t>anggaran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</a:rPr>
                        <a:t> dan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</a:rPr>
                        <a:t>penghematan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</a:rPr>
                        <a:t>pemilahan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</a:rPr>
                        <a:t>anggaran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</a:rPr>
                        <a:t>operasional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</a:rPr>
                        <a:t>seremonial</a:t>
                      </a:r>
                      <a:endParaRPr lang="en-US" sz="1500" b="0" kern="120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317639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Frekuensi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Revisi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DIPA yang 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</a:rPr>
                        <a:t>tinggi</a:t>
                      </a:r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270929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Optimalisasi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fleksibilitas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revisi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POK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162762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rutin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kualitas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424824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2.c.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Menyusun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kalender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revisi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DIPA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tahunan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disepakati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di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awal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tahun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setiap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usulan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revisi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wajib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melalui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reviu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Biro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sebelum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diajukan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ke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Kanwil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DJPb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8554097"/>
                  </a:ext>
                </a:extLst>
              </a:tr>
              <a:tr h="317639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Halaman III DIPA </a:t>
                      </a:r>
                      <a:r>
                        <a:rPr lang="en-US" sz="1500" b="1" dirty="0" err="1"/>
                        <a:t>tidak</a:t>
                      </a:r>
                      <a:r>
                        <a:rPr lang="en-US" sz="1500" b="1" dirty="0"/>
                        <a:t> </a:t>
                      </a:r>
                      <a:r>
                        <a:rPr lang="en-US" sz="1500" b="1" dirty="0" err="1"/>
                        <a:t>dimutakhirkan</a:t>
                      </a:r>
                      <a:r>
                        <a:rPr lang="en-US" sz="1500" b="1" dirty="0"/>
                        <a:t> </a:t>
                      </a:r>
                      <a:r>
                        <a:rPr lang="en-US" sz="1500" b="1" dirty="0" err="1"/>
                        <a:t>ke</a:t>
                      </a:r>
                      <a:r>
                        <a:rPr lang="en-US" sz="1500" b="1" dirty="0"/>
                        <a:t> </a:t>
                      </a:r>
                      <a:r>
                        <a:rPr lang="en-US" sz="1500" b="1" dirty="0" err="1"/>
                        <a:t>Kanwil</a:t>
                      </a:r>
                      <a:r>
                        <a:rPr lang="en-US" sz="1500" b="1" dirty="0"/>
                        <a:t> </a:t>
                      </a:r>
                      <a:r>
                        <a:rPr lang="en-US" sz="1500" b="1" dirty="0" err="1"/>
                        <a:t>DJPb</a:t>
                      </a:r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201594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intensif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DJPb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Kanwil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17773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Pengajuan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revisi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halaman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III DIPA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setiap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triwulan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Pergeseran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anggaran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antar</a:t>
                      </a:r>
                      <a:r>
                        <a:rPr lang="en-US" sz="1600" b="1" dirty="0">
                          <a:effectLst/>
                        </a:rPr>
                        <a:t> output/</a:t>
                      </a:r>
                      <a:r>
                        <a:rPr lang="en-US" sz="1600" b="1" dirty="0" err="1">
                          <a:effectLst/>
                        </a:rPr>
                        <a:t>akun</a:t>
                      </a:r>
                      <a:r>
                        <a:rPr lang="en-US" sz="1600" b="1" dirty="0">
                          <a:effectLst/>
                        </a:rPr>
                        <a:t> yang </a:t>
                      </a:r>
                      <a:r>
                        <a:rPr lang="en-US" sz="1600" b="1" dirty="0" err="1">
                          <a:effectLst/>
                        </a:rPr>
                        <a:t>dilakukan</a:t>
                      </a:r>
                      <a:r>
                        <a:rPr lang="en-US" sz="1600" b="1" dirty="0">
                          <a:effectLst/>
                        </a:rPr>
                        <a:t> di </a:t>
                      </a:r>
                      <a:r>
                        <a:rPr lang="en-US" sz="1600" b="1" dirty="0" err="1">
                          <a:effectLst/>
                        </a:rPr>
                        <a:t>luar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mekanisme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revisi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resmi</a:t>
                      </a:r>
                      <a:r>
                        <a:rPr lang="en-US" sz="1600" b="1" dirty="0">
                          <a:effectLst/>
                        </a:rPr>
                        <a:t> (</a:t>
                      </a:r>
                      <a:r>
                        <a:rPr lang="en-US" sz="1600" b="1" dirty="0" err="1">
                          <a:effectLst/>
                        </a:rPr>
                        <a:t>tidak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tercatat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dalam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dokumen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r>
                        <a:rPr lang="en-US" sz="1600" b="1" dirty="0" err="1">
                          <a:effectLst/>
                        </a:rPr>
                        <a:t>revisi</a:t>
                      </a:r>
                      <a:r>
                        <a:rPr lang="en-US" sz="1600" b="1" dirty="0">
                          <a:effectLst/>
                        </a:rPr>
                        <a:t>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33039"/>
                  </a:ext>
                </a:extLst>
              </a:tr>
              <a:tr h="372033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4.a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Penguncian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akses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aplikasi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hingga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usulan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revisi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disahkan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resmi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168469"/>
                  </a:ext>
                </a:extLst>
              </a:tr>
              <a:tr h="548649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4.b.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Penerapan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audit trail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otomatis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setiap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perubahan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pagu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pada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sistem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72478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39B7C8F-15FA-A916-2717-53A572B7C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9B5820-8F3D-367A-516B-3BB06DF2FD8B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80463-4DB9-B56A-17DB-22D2C71AEF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600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50FE-F1CC-C002-1A3A-E7610C08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8EF8-55A1-7AB7-DE81-7BF65D72F095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PENGANGGARAN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1F556D-4483-7013-AFAE-8096C131C200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36EF73-0484-9A0F-B519-4D96B7AB4B8A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4353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Alokasi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Renstra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Renduk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FGD dan </a:t>
                      </a:r>
                      <a:r>
                        <a:rPr lang="en-US" sz="1600" b="0" dirty="0" err="1"/>
                        <a:t>sinkronisasi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pemahaman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atas</a:t>
                      </a:r>
                      <a:r>
                        <a:rPr lang="en-US" sz="1600" b="0" dirty="0"/>
                        <a:t> target </a:t>
                      </a:r>
                      <a:r>
                        <a:rPr lang="en-US" sz="1600" b="0" dirty="0" err="1"/>
                        <a:t>Renstra</a:t>
                      </a:r>
                      <a:r>
                        <a:rPr lang="en-US" sz="1600" b="0" dirty="0"/>
                        <a:t>/</a:t>
                      </a:r>
                      <a:r>
                        <a:rPr lang="en-US" sz="1600" b="0" dirty="0" err="1"/>
                        <a:t>Renduk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Verifikasi</a:t>
                      </a:r>
                      <a:r>
                        <a:rPr lang="en-US" sz="1600" b="0" dirty="0"/>
                        <a:t> dan </a:t>
                      </a:r>
                      <a:r>
                        <a:rPr lang="en-US" sz="1600" b="0" i="1" dirty="0"/>
                        <a:t>Check &amp; Balance </a:t>
                      </a:r>
                      <a:r>
                        <a:rPr lang="en-US" sz="1600" b="0" dirty="0" err="1"/>
                        <a:t>terhadap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kesesuaian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penyusunan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anggaran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dengan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Renja</a:t>
                      </a:r>
                      <a:r>
                        <a:rPr lang="en-US" sz="1600" b="0" dirty="0"/>
                        <a:t>/</a:t>
                      </a:r>
                      <a:r>
                        <a:rPr lang="en-US" sz="1600" b="0" dirty="0" err="1"/>
                        <a:t>Renstra</a:t>
                      </a:r>
                      <a:r>
                        <a:rPr lang="en-US" sz="1600" b="0" dirty="0"/>
                        <a:t> oleh Lini 2 dan 3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Alokasi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melebihi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Standar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Biaya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(SBM/SBK/SSB)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8822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reviu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berjenjang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Lini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Kedua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(Biro POKS)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45434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Membuat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sistem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otomatisasi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mengunci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pagu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standar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biaya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93162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51137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Alokasi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akun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Bagan Akun Standar (BAS)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899813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reviu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berjenjang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Lini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Kedua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(Biro POKS)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5249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Membuat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sistem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otomatisasi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mengunci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standarisasi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penggunaan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akun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0425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00DD9EC-AA47-DD3C-35E5-BE267570E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3B0A90-283E-3C27-4F6D-ABF71B16C04C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18237-D91A-42EC-7BA4-720C54C8EA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427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5DDB-FE7A-FD17-C995-FF4A8FCA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E55F-2405-73F5-4457-55727F2EBD7A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PENGANGGARAN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3A30A8-9171-BC70-E55F-07392AED03B4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0F67E3-C12C-9013-D6B3-68CD5C9541ED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5381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9427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Pengaturan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diarahkan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pada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/Merk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tertentu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(tailor-made)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52646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market sounding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memastikan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banyak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ketersediaan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penyedia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spesifikasi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tertentu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04469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Meminta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probity audit</a:t>
                      </a:r>
                      <a:r>
                        <a:rPr lang="en-US" sz="1600" dirty="0"/>
                        <a:t> oleh APIP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294273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305853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Penyisipan</a:t>
                      </a:r>
                      <a:r>
                        <a:rPr lang="en-US" sz="1600" b="1" dirty="0"/>
                        <a:t> "</a:t>
                      </a:r>
                      <a:r>
                        <a:rPr lang="en-US" sz="1600" b="1" dirty="0" err="1"/>
                        <a:t>proyek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titipan</a:t>
                      </a:r>
                      <a:r>
                        <a:rPr lang="en-US" sz="1600" b="1" dirty="0"/>
                        <a:t>" </a:t>
                      </a:r>
                      <a:r>
                        <a:rPr lang="en-US" sz="1600" b="1" dirty="0" err="1"/>
                        <a:t>atau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kegiatan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fiktif</a:t>
                      </a:r>
                      <a:r>
                        <a:rPr lang="en-US" sz="1600" b="1" dirty="0"/>
                        <a:t> yang </a:t>
                      </a:r>
                      <a:r>
                        <a:rPr lang="en-US" sz="1600" b="1" dirty="0" err="1"/>
                        <a:t>muncul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tiba-tiba</a:t>
                      </a:r>
                      <a:r>
                        <a:rPr lang="en-US" sz="1600" b="1" dirty="0"/>
                        <a:t> di </a:t>
                      </a:r>
                      <a:r>
                        <a:rPr lang="en-US" sz="1600" b="1" dirty="0" err="1"/>
                        <a:t>luar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dokumen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Perencanaan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312234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Digitalisasi</a:t>
                      </a:r>
                      <a:r>
                        <a:rPr lang="en-US" sz="1600" b="0" dirty="0"/>
                        <a:t> proses </a:t>
                      </a:r>
                      <a:r>
                        <a:rPr lang="en-US" sz="1600" b="0" dirty="0" err="1"/>
                        <a:t>perencanaan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terintegrasi</a:t>
                      </a:r>
                      <a:r>
                        <a:rPr lang="en-US" sz="1600" b="0" dirty="0"/>
                        <a:t> dan </a:t>
                      </a:r>
                      <a:r>
                        <a:rPr lang="en-US" sz="1600" b="0" dirty="0" err="1"/>
                        <a:t>validasi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dokumen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untuk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meningkatkan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transparansi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714664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Mewajibkan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dirty="0" err="1"/>
                        <a:t>penandatanganan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Pakta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Integritas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Deklarasi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Benturan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Kepentingan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(Conflict of Interest)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bagi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seluruh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perencana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pengambil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kebijakan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294273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Pemecahan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paket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menghindari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tender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terbuka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572302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Pemantauan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terhadap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akun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Inaproc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terkait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indikasi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item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serupa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nominal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normal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504469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Membatasi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berurutan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saling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terkait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singkat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1A120D7-0A46-052B-CA0B-9776FFB88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6559A8-2E49-E7D2-B893-044068C93249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1E1F1-1C55-4405-8C22-B3CC996EAE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58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BEA8-9F1D-C736-A894-2BC8457B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E173-DDFB-1789-D151-DEC08E2B23E9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PELAKSANAAN ANGGARAN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6AC388-7944-0B35-8224-C68C0142689F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72177F-6395-99FD-D938-DA5136FD2B10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47512"/>
          <a:ext cx="9239483" cy="5465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Penyerapan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mencapai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target per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Triwulan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Real time monitoring dashboard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penyerapan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anggaran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penguatan pengadaan melalui RUP dan pengaturan jadwal, serta penguncian kesiapan paket sejak awal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466721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Adanya komitmen pemilik kegiatan dalam melaksanakan kegiatan sesuai dengan perencanaan yang telah disepakati pada tahap penyusunan RPD.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94934"/>
                  </a:ext>
                </a:extLst>
              </a:tr>
              <a:tr h="466721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Penguatan peran asisten pelaksanaan dan pengawasan dalam melaksanakan monitoring terhadap rencana penyerapan yang telah disusun.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601742"/>
                  </a:ext>
                </a:extLst>
              </a:tr>
              <a:tr h="466721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188456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KPA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pasif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pengendalian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Menjadwalkan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rapat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rutin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174854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Menyusun SOP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pengendalian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174854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678101"/>
                  </a:ext>
                </a:extLst>
              </a:tr>
              <a:tr h="466721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Kelalaian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input data pada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Sistem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Akuntansi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Tingkat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Instansi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(SAKTI)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terkait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Evaluasi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Kinerja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(EKA) dan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Indikator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Kinerja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(IKPA)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Pelatihan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teknis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operator SAKTI dan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validasi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berlapis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sebelum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submit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26144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Rekonsiliasi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internal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bulanan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973BA20-A93E-2B78-21A6-D4190D310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66BF42-7D2E-B5F6-5CFE-B44234462F73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3FFC3-E3DF-F218-0B95-D8362CA35A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936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6B05F-58AC-4C20-F448-0C8FC435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7117-D8DB-6CD4-670C-E405C7B006FA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PELAKSANAAN ANGGARAN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AD9460-383A-BA15-1C45-F0B2FD629CAB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5FA80E-7987-1A33-CF11-70BC377B5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147317"/>
              </p:ext>
            </p:extLst>
          </p:nvPr>
        </p:nvGraphicFramePr>
        <p:xfrm>
          <a:off x="2864644" y="836365"/>
          <a:ext cx="9239483" cy="4882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Penumpukan realisasi dan tagihan menjelang akhir tahun anggaran</a:t>
                      </a:r>
                      <a:r>
                        <a:rPr kumimoji="0" lang="id-ID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(Triwulan IV)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endParaRPr kumimoji="0" lang="sv-SE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467336"/>
                  </a:ext>
                </a:extLst>
              </a:tr>
              <a:tr h="49264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Menetapkan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target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penyerapan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bulanan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bukan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hanya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triwulanan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per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Satker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; </a:t>
                      </a:r>
                      <a:r>
                        <a:rPr kumimoji="0" lang="en-US" sz="16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early warning system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atas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Satker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yang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tertinggal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dari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kurva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penyerapan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rencana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76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53974"/>
                  </a:ext>
                </a:extLst>
              </a:tr>
              <a:tr h="61225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Keterlambatan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kontrak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menyebabkan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keterlambatan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pencapaian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output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733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Penetapan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jadwal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milestone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belanja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pekerjaan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sejak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awal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endParaRPr kumimoji="0" lang="en-US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935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Monitoring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berkala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pemberian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early warning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kepada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unit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kerja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memastikan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belanja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jadwal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yang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telah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ditetapkan</a:t>
                      </a:r>
                      <a:endParaRPr kumimoji="0" lang="en-US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116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63342"/>
                  </a:ext>
                </a:extLst>
              </a:tr>
              <a:tr h="389614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Ketergantungan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tinggi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pada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satu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/vendor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strategis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sehingga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rentan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gagal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apabila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wanprestasi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32542"/>
                  </a:ext>
                </a:extLst>
              </a:tr>
              <a:tr h="12025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6.a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Diversifikasi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kebutuhan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strategis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berulang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073785"/>
                  </a:ext>
                </a:extLst>
              </a:tr>
              <a:tr h="61225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6.b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Penyiapan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daftar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alternatif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cadangan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sejak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tahap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perencanaan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18090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56282C5-3FB2-3D44-65C7-6A037B940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7F9EB1-9091-B668-9244-E8C3E3C726F9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DFDC8-8BF2-8EFE-20BB-39B34BB041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982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6097-4E06-0E17-F601-EA41CB86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78E2-2A29-3797-DE95-F89D87A1DB47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PELAKSANAAN ANGGARAN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68829F-4D7D-4215-F453-882C649EB9C5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51D012-37E9-B42B-3941-BD2D36812014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38200"/>
          <a:ext cx="9239483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Kelalaian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pengujian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tagihan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perintah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Reviu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berjenjang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atau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verifikasi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berlapis</a:t>
                      </a:r>
                      <a:r>
                        <a:rPr lang="en-US" sz="1600" b="0" dirty="0"/>
                        <a:t> di </a:t>
                      </a:r>
                      <a:r>
                        <a:rPr lang="en-US" sz="1600" b="0" dirty="0" err="1"/>
                        <a:t>lingkungan</a:t>
                      </a:r>
                      <a:r>
                        <a:rPr lang="en-US" sz="1600" b="0" dirty="0"/>
                        <a:t> internal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Koordinasi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dengan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melibatkan</a:t>
                      </a:r>
                      <a:r>
                        <a:rPr lang="en-US" sz="1600" b="0" dirty="0"/>
                        <a:t> Lini </a:t>
                      </a:r>
                      <a:r>
                        <a:rPr lang="en-US" sz="1600" b="0" dirty="0" err="1"/>
                        <a:t>Kedua</a:t>
                      </a:r>
                      <a:r>
                        <a:rPr lang="en-US" sz="1600" b="0" dirty="0"/>
                        <a:t> dan Lini </a:t>
                      </a:r>
                      <a:r>
                        <a:rPr lang="en-US" sz="1600" b="0" dirty="0" err="1"/>
                        <a:t>Ketiga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Kelalaian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supervisi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konsultansi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, dan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pengendalian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8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Rapat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45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Tindak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lanjut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hasil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93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Kelalaian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Pengawasan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Penatausahaan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899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Menyusun SOP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Pengawasan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Penatausahaan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52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Rekonsiliasi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internal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antara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catatan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manual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sistem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04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harga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satuan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telah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ditetapkan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72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verifikasi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berjenjang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Tingkat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satker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sebelum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setelah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29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penyampaian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rekam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data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KPPN.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85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SOP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usulan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bersifat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berjenjang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kepada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pengawasan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33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Pemberitahuan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pelaksanaan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penandatanganan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kepada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tim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pengawasan</a:t>
                      </a:r>
                      <a:r>
                        <a:rPr lang="en-US" sz="1600" dirty="0"/>
                        <a:t>.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0654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59A59E6-DDD0-A841-CAEE-D117EDD33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36048C-2E1F-9D6D-0A84-ED4A16EB067E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469FA-2EF4-321B-3803-DBD6F17D29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9943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B656-7D1B-6A85-0BF3-A9EDD2FF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BF56-67E3-AF08-2FEA-16EB7394EA80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PELAKSANAAN ANGGARAN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8DC1B1-345C-EF7D-12B9-F59A47C3BB39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08D79D-DF15-D1BD-21DA-83E0BF1E1EC7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46959"/>
          <a:ext cx="9239483" cy="5792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2348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Pengesahan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persetujuan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fiktif</a:t>
                      </a:r>
                      <a:endParaRPr 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Pengawasan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berkala</a:t>
                      </a:r>
                      <a:r>
                        <a:rPr lang="en-US" sz="1600" dirty="0"/>
                        <a:t> oleh Lini </a:t>
                      </a:r>
                      <a:r>
                        <a:rPr lang="en-US" sz="1600" dirty="0" err="1"/>
                        <a:t>Kedua</a:t>
                      </a:r>
                      <a:r>
                        <a:rPr lang="en-US" sz="1600" dirty="0"/>
                        <a:t> dan Lini </a:t>
                      </a:r>
                      <a:r>
                        <a:rPr lang="en-US" sz="1600" dirty="0" err="1"/>
                        <a:t>Ketiga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Pemisahan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tugas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fungsi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tidak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boleh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tumpang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tindih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rangkap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jabatan</a:t>
                      </a:r>
                      <a:r>
                        <a:rPr lang="en-US" sz="16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45915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Pemeriksaan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berjenjang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terhadap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pertanggung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jawaban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atas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pelaksanaan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kegiatan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disertai</a:t>
                      </a:r>
                      <a:r>
                        <a:rPr lang="en-US" sz="1600" dirty="0"/>
                        <a:t> data </a:t>
                      </a:r>
                      <a:r>
                        <a:rPr lang="en-US" sz="1600" dirty="0" err="1"/>
                        <a:t>dukung</a:t>
                      </a:r>
                      <a:r>
                        <a:rPr lang="en-US" sz="1600" dirty="0"/>
                        <a:t> valid dan </a:t>
                      </a:r>
                      <a:r>
                        <a:rPr lang="en-US" sz="1600" dirty="0" err="1"/>
                        <a:t>dokumentasi</a:t>
                      </a:r>
                      <a:r>
                        <a:rPr lang="en-US" sz="160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465432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Suap</a:t>
                      </a:r>
                      <a:r>
                        <a:rPr lang="en-US" sz="1600" b="1" dirty="0"/>
                        <a:t> dan/</a:t>
                      </a:r>
                      <a:r>
                        <a:rPr lang="en-US" sz="1600" b="1" dirty="0" err="1"/>
                        <a:t>atau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persekongkolan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dengan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penyedia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Digitalisasi</a:t>
                      </a:r>
                      <a:r>
                        <a:rPr lang="en-US" sz="1600" b="0" dirty="0"/>
                        <a:t> proses </a:t>
                      </a:r>
                      <a:r>
                        <a:rPr lang="en-US" sz="1600" b="0" dirty="0" err="1"/>
                        <a:t>pengadaan</a:t>
                      </a:r>
                      <a:r>
                        <a:rPr lang="en-US" sz="1600" b="0" dirty="0"/>
                        <a:t> yang </a:t>
                      </a:r>
                      <a:r>
                        <a:rPr lang="en-US" sz="1600" b="0" dirty="0" err="1"/>
                        <a:t>terbuka</a:t>
                      </a:r>
                      <a:r>
                        <a:rPr lang="en-US" sz="1600" b="0" dirty="0"/>
                        <a:t> dan </a:t>
                      </a:r>
                      <a:r>
                        <a:rPr lang="en-US" sz="1600" b="0" dirty="0" err="1"/>
                        <a:t>transparan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531824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Mewajibkan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dirty="0" err="1"/>
                        <a:t>penandatanganan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Pakta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Integritas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Deklarasi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Benturan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Kepentingan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(Conflict of Interest)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bagi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seluruh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perencana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pengambil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kebijakan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Penghilangan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pemusnahan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sengaja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Digitalisasi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arsip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Pembatasan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akses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9751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barang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yang volume,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kualitas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progresnya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36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Pemeriksaan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verifikasi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kesesuaian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volume,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kualitas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,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progres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510319"/>
                  </a:ext>
                </a:extLst>
              </a:tr>
              <a:tr h="794012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Dokumentasi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hasil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pemeriksaan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melalui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berita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acara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pemeriksaan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dan/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serah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terima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sebelum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dilakukan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00289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87C1D23-6DE8-9790-096C-BB175FDB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D5C8BE-4AED-8F86-D759-A31C25B61AB6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C4EB5-731B-1EAF-80B9-C177461087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682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6B2E-01DD-5A48-239D-784E4063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A6F5-A72E-0C91-A2E3-278B90799F66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PELAPORAN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2750E4-5356-0395-1852-C5452DC4C39E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5091FD-6F39-CF1B-D778-77804DD38CEE}"/>
              </a:ext>
            </a:extLst>
          </p:cNvPr>
          <p:cNvGraphicFramePr>
            <a:graphicFrameLocks noGrp="1"/>
          </p:cNvGraphicFramePr>
          <p:nvPr/>
        </p:nvGraphicFramePr>
        <p:xfrm>
          <a:off x="2877344" y="854085"/>
          <a:ext cx="9239483" cy="5583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Penurunan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Nilai Kinerja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(NKA)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Koordinasi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intensif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dengan</a:t>
                      </a:r>
                      <a:r>
                        <a:rPr lang="en-US" sz="1600" b="0" dirty="0"/>
                        <a:t> DJA – </a:t>
                      </a:r>
                      <a:r>
                        <a:rPr lang="en-US" sz="1600" b="0" dirty="0" err="1"/>
                        <a:t>Kemenkeu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Penetapan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NKA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sebagai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salah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satu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Indikator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Kinerja Utama (IKU)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Ketidakakuratan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data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pelaporan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Otomatisasi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validasi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input data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Integrasi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sistem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pelaporan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terpusat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real-time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Ketidaksesuaian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dengan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Capaian</a:t>
                      </a:r>
                      <a:r>
                        <a:rPr lang="en-US" sz="1600" b="1" dirty="0"/>
                        <a:t> Output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20911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intensif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DJA –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Kemenkeu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Bappenas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keselarasan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output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realisasi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16127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Nilai IKPA pada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indikator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tertentu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tidak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terpantau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tertangani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sejak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dini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325686"/>
                  </a:ext>
                </a:extLst>
              </a:tr>
              <a:tr h="393441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Dashboard monitoring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nilai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IKPA per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indikator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Revisi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DIPA,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Deviasi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Halaman III DIPA,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Penyerapan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Belanja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Kontraktual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Penyelesaian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Tagihan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UP/TUP,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Capaian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Output)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direviu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bulanan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bersama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KPA/PPK.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565282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pelaporan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kinerja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tidak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sinkron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antara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aplikasi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SAKTI, e-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monev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Bappenas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dan </a:t>
                      </a: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laporan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manual internal.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81521"/>
                  </a:ext>
                </a:extLst>
              </a:tr>
              <a:tr h="18307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Rekonsiliasi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data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lintas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aplikasi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bulanan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987844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Penunjukan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penanggung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jawab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(PIC) data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pelaporan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terpadu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pada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tiap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Satker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3627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49D0860-D699-D9B8-6E62-414CD7E7F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8C7D39-8BCB-F773-CAA0-9501C708016E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1B4F6-BC88-45AD-AC7F-7BED3978DE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284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98292-AE85-B18A-90E2-9A0D1984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A01D-8426-B181-CF6A-5830FEF11025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PELAPORAN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440805-3A9B-4CD1-5141-4B2514C4D2FD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E7DC59-0E68-985D-85FE-74D40D7061FE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3898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Penyampaian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Laporan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Keuangan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Laporan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Kinerja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Otomatisasi</a:t>
                      </a:r>
                      <a:r>
                        <a:rPr lang="en-US" sz="1600" b="0" dirty="0"/>
                        <a:t> dan </a:t>
                      </a:r>
                      <a:r>
                        <a:rPr lang="en-US" sz="1600" b="0" dirty="0" err="1"/>
                        <a:t>digitalisasi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pencatatan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sistem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keuangan</a:t>
                      </a:r>
                      <a:r>
                        <a:rPr lang="en-US" sz="1600" b="0" dirty="0"/>
                        <a:t> dan </a:t>
                      </a:r>
                      <a:r>
                        <a:rPr lang="en-US" sz="1600" b="0" dirty="0" err="1"/>
                        <a:t>kinerja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Penguatan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kapasitas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SDM,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koordinasi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internal, dan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pemantauan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berkala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Ketidaksesuaian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Standar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Akuntansi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Pemerintahan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Meningkatkan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kompetensi</a:t>
                      </a:r>
                      <a:r>
                        <a:rPr lang="en-US" sz="1600" b="0" dirty="0"/>
                        <a:t> SDM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Pendampingan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ahli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akuntansi</a:t>
                      </a:r>
                      <a:r>
                        <a:rPr lang="en-US" sz="1600" b="0" dirty="0"/>
                        <a:t> dan </a:t>
                      </a:r>
                      <a:r>
                        <a:rPr lang="en-US" sz="1600" b="0" dirty="0" err="1"/>
                        <a:t>pelaporan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keuangan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Selisih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pencatatan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Rekonsiliasi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Pemisahan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tugas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fungsi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sebagai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verifikasi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berjenjang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ABC2F3F-B1E2-78DC-C454-F2F16A96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DE0E4-A21A-767B-27D0-DC7B45F15241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87A7C-A4F4-CF04-D6B6-0075EEFCA4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721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E320A-3770-43DE-B93E-45D14E7B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2B9AE-F513-84E7-2417-11F902606BEC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PELAPORAN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BC5D2D-99B4-DCCF-B7F9-F08791B8EB17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251B90-1B76-4118-58C0-F0CD1A4CE84A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5432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0058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Pengaturan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diarahkan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pada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/Merk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tertentu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(tailor-made)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493011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market sounding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memastikan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banyak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ketersediaan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penyedia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spesifikasi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tertentu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15292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Meminta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probity audit</a:t>
                      </a:r>
                      <a:r>
                        <a:rPr lang="en-US" sz="1600" dirty="0"/>
                        <a:t> oleh APIP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30058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25873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Penyisipan</a:t>
                      </a:r>
                      <a:r>
                        <a:rPr lang="en-US" sz="1600" b="1" dirty="0"/>
                        <a:t> "</a:t>
                      </a:r>
                      <a:r>
                        <a:rPr lang="en-US" sz="1600" b="1" dirty="0" err="1"/>
                        <a:t>proyek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titipan</a:t>
                      </a:r>
                      <a:r>
                        <a:rPr lang="en-US" sz="1600" b="1" dirty="0"/>
                        <a:t>" </a:t>
                      </a:r>
                      <a:r>
                        <a:rPr lang="en-US" sz="1600" b="1" dirty="0" err="1"/>
                        <a:t>atau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kegiatan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fiktif</a:t>
                      </a:r>
                      <a:r>
                        <a:rPr lang="en-US" sz="1600" b="1" dirty="0"/>
                        <a:t> yang </a:t>
                      </a:r>
                      <a:r>
                        <a:rPr lang="en-US" sz="1600" b="1" dirty="0" err="1"/>
                        <a:t>muncul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tiba-tiba</a:t>
                      </a:r>
                      <a:r>
                        <a:rPr lang="en-US" sz="1600" b="1" dirty="0"/>
                        <a:t> di </a:t>
                      </a:r>
                      <a:r>
                        <a:rPr lang="en-US" sz="1600" b="1" dirty="0" err="1"/>
                        <a:t>luar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dokumen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Perencanaan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344223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Digitalisasi</a:t>
                      </a:r>
                      <a:r>
                        <a:rPr lang="en-US" sz="1600" b="0" dirty="0"/>
                        <a:t> proses </a:t>
                      </a:r>
                      <a:r>
                        <a:rPr lang="en-US" sz="1600" b="0" dirty="0" err="1"/>
                        <a:t>perencanaan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terintegrasi</a:t>
                      </a:r>
                      <a:r>
                        <a:rPr lang="en-US" sz="1600" b="0" dirty="0"/>
                        <a:t> dan </a:t>
                      </a:r>
                      <a:r>
                        <a:rPr lang="en-US" sz="1600" b="0" dirty="0" err="1"/>
                        <a:t>validasi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dokumen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untuk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meningkatkan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transparansi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729997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Mewajibkan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dirty="0" err="1"/>
                        <a:t>penandatanganan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Pakta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Integritas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Deklarasi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Benturan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Kepentingan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(Conflict of Interest)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bagi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seluruh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perencana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pengambil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kebijakan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0058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1126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Pemecahan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paket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menghindari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tender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terbuka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43813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Pemantauan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terhadap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akun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Inaproc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terkait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indikasi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item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serupa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nominal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normal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52960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Membatasi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berurutan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saling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terkait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singkat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864A49F-653F-6E7D-2AFF-D948BFA66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43773B-7A51-EB36-6929-2135B2BFDC61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A1E8F-B2AD-2B68-7C0B-2E47B4E54D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768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A7C5-D811-DCF3-EF6B-B4A278F83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97F6-7F99-AAC6-1636-C2CBA80DB239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PERTANGGUNGJAWABAN ANGGARAN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BC4014-67FE-092E-CA22-623967645B72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6622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292741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  <a:tr h="15307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642756"/>
                  </a:ext>
                </a:extLst>
              </a:tr>
              <a:tr h="150807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15361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0ED434-4FA9-45A6-F76D-0D07387AB072}"/>
              </a:ext>
            </a:extLst>
          </p:cNvPr>
          <p:cNvGraphicFramePr>
            <a:graphicFrameLocks noGrp="1"/>
          </p:cNvGraphicFramePr>
          <p:nvPr/>
        </p:nvGraphicFramePr>
        <p:xfrm>
          <a:off x="2860946" y="829492"/>
          <a:ext cx="923948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133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893070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4850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Dispensasi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SPM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akibat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pertanggungjawaban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248502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Koordinasi</a:t>
                      </a:r>
                      <a:r>
                        <a:rPr lang="en-US" sz="1400" dirty="0"/>
                        <a:t> internal dan </a:t>
                      </a:r>
                      <a:r>
                        <a:rPr lang="en-US" sz="1400" dirty="0" err="1"/>
                        <a:t>eksternal</a:t>
                      </a:r>
                      <a:r>
                        <a:rPr lang="en-US" sz="1400" dirty="0"/>
                        <a:t> (</a:t>
                      </a:r>
                      <a:r>
                        <a:rPr lang="en-US" sz="1400" dirty="0" err="1"/>
                        <a:t>Penyedia</a:t>
                      </a:r>
                      <a:r>
                        <a:rPr lang="en-US" sz="1400" dirty="0"/>
                        <a:t>) yang </a:t>
                      </a:r>
                      <a:r>
                        <a:rPr lang="en-US" sz="1400" dirty="0" err="1"/>
                        <a:t>intensif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serta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selektif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memilih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Penyedia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248502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Pengawasan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berjenjang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rekonsiliasi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internal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24850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Capaian output tidak sebanding dengan besaran realisasi anggaran.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748677"/>
                  </a:ext>
                </a:extLst>
              </a:tr>
              <a:tr h="422453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Reviu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keterkaitan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output-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oleh Biro POKS </a:t>
                      </a:r>
                      <a:r>
                        <a:rPr kumimoji="0" lang="id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serta Biro Keuangan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sebelum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pertanggungjawaban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akhir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;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evaluasi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tinggi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namun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output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belum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optimal. (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tambahan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Biro Keu)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584047"/>
                  </a:ext>
                </a:extLst>
              </a:tr>
              <a:tr h="42245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Aset/Barang Milik Negara (BMN)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hasil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tidak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tercatat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atau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tidak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sinkron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aplikasi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SIMAK-BMN.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083678"/>
                  </a:ext>
                </a:extLst>
              </a:tr>
              <a:tr h="24850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Rekonsiliasi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data BMN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berkala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463237"/>
                  </a:ext>
                </a:extLst>
              </a:tr>
              <a:tr h="28521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Verifikasi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fisik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aset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pada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akhir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sebelum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penyusunan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laporan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4579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FF6722-1D25-1D5B-6032-E1ECE94BA75F}"/>
              </a:ext>
            </a:extLst>
          </p:cNvPr>
          <p:cNvGraphicFramePr>
            <a:graphicFrameLocks noGrp="1"/>
          </p:cNvGraphicFramePr>
          <p:nvPr/>
        </p:nvGraphicFramePr>
        <p:xfrm>
          <a:off x="2857246" y="3876004"/>
          <a:ext cx="9243181" cy="1163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746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26568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76867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879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Sanksi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administratif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misalnya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pemotongan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Peningkatan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kapasitas</a:t>
                      </a:r>
                      <a:r>
                        <a:rPr lang="en-US" sz="1400" dirty="0"/>
                        <a:t> SDM </a:t>
                      </a:r>
                      <a:r>
                        <a:rPr lang="en-US" sz="1400" dirty="0" err="1"/>
                        <a:t>pengelola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keuangan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b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kinerja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2A2FB2-B161-A214-45CB-2A8045FFC265}"/>
              </a:ext>
            </a:extLst>
          </p:cNvPr>
          <p:cNvGraphicFramePr>
            <a:graphicFrameLocks noGrp="1"/>
          </p:cNvGraphicFramePr>
          <p:nvPr/>
        </p:nvGraphicFramePr>
        <p:xfrm>
          <a:off x="2857247" y="5353971"/>
          <a:ext cx="9243181" cy="1080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746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26568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76867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Meningkatnya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temuan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audit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kelebihan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kerugian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negara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Meningkatkan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efektivitas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pengendalian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intern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b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Perbaikan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peningkatan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SOP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58EF585-0778-36C0-6473-34BD62EA0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545" cy="6096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7AF2CF-E4B4-A3F7-D658-4829C620A3C9}"/>
              </a:ext>
            </a:extLst>
          </p:cNvPr>
          <p:cNvSpPr txBox="1"/>
          <p:nvPr/>
        </p:nvSpPr>
        <p:spPr>
          <a:xfrm>
            <a:off x="0" y="109248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KPA/SATKER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D559D-C508-F104-76B5-0D84461150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940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057F5-8870-DFE5-5606-7A45A99A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9DD46-A0F0-BEA0-3DF3-5F63BD33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9125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CONTOH RISIKO DAN MITIGASINYA UNTUK LINI PERTAMA PENYELENGGARAAN ANGGARAN OIKN</a:t>
            </a:r>
            <a:b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182D-853E-61A0-745E-879D6FCE9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929743"/>
            <a:ext cx="12192000" cy="2247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PEJABAT PEMBUAT KOMITMEN (PPK)</a:t>
            </a:r>
          </a:p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SEBAGAI LINI PERTAMA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E4A37-E5FB-A7A5-240F-8C4DFA2C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281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8D74E-BEAF-88D2-491F-09A2793C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31A2D-B31F-F48B-7614-42EC4B5F7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467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PEMILIK RISIKO :</a:t>
            </a:r>
            <a:b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PPK (MISAL PPK ...)</a:t>
            </a:r>
            <a:b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b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DATA UMUM</a:t>
            </a:r>
            <a:b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b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4AA7EA-58BF-7C56-9BA4-F470D7AFD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224857"/>
              </p:ext>
            </p:extLst>
          </p:nvPr>
        </p:nvGraphicFramePr>
        <p:xfrm>
          <a:off x="0" y="1342322"/>
          <a:ext cx="12192001" cy="5515678"/>
        </p:xfrm>
        <a:graphic>
          <a:graphicData uri="http://schemas.openxmlformats.org/drawingml/2006/table">
            <a:tbl>
              <a:tblPr firstRow="1" bandRow="1"/>
              <a:tblGrid>
                <a:gridCol w="2775099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9416902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4316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Tujuan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i-FI" sz="1600" b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Memastikan pelaksanaan anggaran dilaksanakan secara taat azas dan risiko signifikan teridentifikasi.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114416"/>
                  </a:ext>
                </a:extLst>
              </a:tr>
              <a:tr h="50840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besar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endParaRPr lang="en-US" sz="16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I.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(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mohon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jenis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endParaRPr lang="en-US" sz="16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Mengacu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PMK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Nomor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62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2023 Pasal 188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ayat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2)</a:t>
                      </a:r>
                    </a:p>
                    <a:p>
                      <a:endParaRPr lang="en-US" sz="16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II. Besar </a:t>
                      </a:r>
                      <a:r>
                        <a:rPr lang="en-US" sz="16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Rp …………. (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harap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besar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endParaRPr lang="en-US" sz="16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6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6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III. Target : ............ (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mohon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capaian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akhir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IV. Data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Pejabat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Pembuat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Komitmen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Jabatan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PPK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Nomor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tanggal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SK PPK : …………</a:t>
                      </a:r>
                    </a:p>
                    <a:p>
                      <a:endParaRPr lang="en-US" sz="16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6137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AD8341-36D1-8715-B24E-0D0D41A1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434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08D1-580C-8521-046B-15C2DB06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B158-932F-8F7D-14D3-969C3119F83E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 PENGADAAN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C838A1-5CB8-40CE-F236-D744D8D65CCA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754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75476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7688F0-8A8D-2F85-8870-8734B634D649}"/>
              </a:ext>
            </a:extLst>
          </p:cNvPr>
          <p:cNvGraphicFramePr>
            <a:graphicFrameLocks noGrp="1"/>
          </p:cNvGraphicFramePr>
          <p:nvPr/>
        </p:nvGraphicFramePr>
        <p:xfrm>
          <a:off x="2849526" y="952014"/>
          <a:ext cx="9254601" cy="443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32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161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Kebutuhan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barang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sasaran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program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3161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Real-time monitoring  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dan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penguatan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jadwal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dini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46143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dirty="0" err="1"/>
                        <a:t>Melakukan</a:t>
                      </a:r>
                      <a:r>
                        <a:rPr lang="en-US" sz="1600" b="0" strike="noStrike" dirty="0"/>
                        <a:t> </a:t>
                      </a:r>
                      <a:r>
                        <a:rPr lang="en-US" sz="1600" b="0" strike="noStrike" dirty="0" err="1"/>
                        <a:t>reviu</a:t>
                      </a:r>
                      <a:r>
                        <a:rPr lang="en-US" sz="1600" b="0" strike="noStrike" dirty="0"/>
                        <a:t> </a:t>
                      </a:r>
                      <a:r>
                        <a:rPr lang="en-US" sz="1600" b="0" strike="noStrike" dirty="0" err="1"/>
                        <a:t>secara</a:t>
                      </a:r>
                      <a:r>
                        <a:rPr lang="en-US" sz="1600" b="0" strike="noStrike" dirty="0"/>
                        <a:t> detail pada </a:t>
                      </a:r>
                      <a:r>
                        <a:rPr lang="en-US" sz="1600" b="0" strike="noStrike" dirty="0" err="1"/>
                        <a:t>saat</a:t>
                      </a:r>
                      <a:r>
                        <a:rPr lang="en-US" sz="1600" b="0" strike="noStrike" dirty="0"/>
                        <a:t> </a:t>
                      </a:r>
                      <a:r>
                        <a:rPr lang="en-US" sz="1600" b="0" strike="noStrike" dirty="0" err="1"/>
                        <a:t>melakukan</a:t>
                      </a:r>
                      <a:r>
                        <a:rPr lang="en-US" sz="1600" b="0" strike="noStrike" dirty="0"/>
                        <a:t> </a:t>
                      </a:r>
                      <a:r>
                        <a:rPr lang="en-US" sz="1600" b="0" strike="noStrike" dirty="0" err="1"/>
                        <a:t>identifikasi</a:t>
                      </a:r>
                      <a:r>
                        <a:rPr lang="en-US" sz="1600" b="0" strike="noStrike" dirty="0"/>
                        <a:t> </a:t>
                      </a:r>
                      <a:r>
                        <a:rPr lang="en-US" sz="1600" b="0" strike="noStrike" dirty="0" err="1"/>
                        <a:t>kebutuhan</a:t>
                      </a:r>
                      <a:r>
                        <a:rPr lang="en-US" sz="1600" b="0" strike="noStrike" dirty="0"/>
                        <a:t>  dan </a:t>
                      </a:r>
                      <a:r>
                        <a:rPr lang="en-US" sz="1600" b="0" strike="noStrike" dirty="0" err="1"/>
                        <a:t>koordinasi</a:t>
                      </a:r>
                      <a:r>
                        <a:rPr lang="en-US" sz="1600" b="0" strike="noStrike" dirty="0"/>
                        <a:t> </a:t>
                      </a:r>
                      <a:r>
                        <a:rPr lang="en-US" sz="1600" b="0" strike="noStrike" dirty="0" err="1"/>
                        <a:t>antar</a:t>
                      </a:r>
                      <a:r>
                        <a:rPr lang="en-US" sz="1600" b="0" strike="noStrike" dirty="0"/>
                        <a:t> unit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strike="noStrik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5110"/>
                  </a:ext>
                </a:extLst>
              </a:tr>
              <a:tr h="21485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b="1" dirty="0">
                          <a:solidFill>
                            <a:schemeClr val="tx1"/>
                          </a:solidFill>
                        </a:rPr>
                        <a:t>KAK tidak menggambarkan kebutuhan sesuai target capaian pekerjaan yang telah ditetapkan 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3161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Real time monitoring 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penyiapan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i="1" dirty="0"/>
                        <a:t>readiness </a:t>
                      </a:r>
                      <a:r>
                        <a:rPr lang="en-US" sz="1600" b="0" dirty="0" err="1"/>
                        <a:t>kriteria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546143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Melakukan reviu KAK secara detail oleh tim teknis/PPK sebelum dilakukan proses pemilihan penyedia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390405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HPS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disusun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cermat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kebutuhan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kegiatan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1618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reviu</a:t>
                      </a:r>
                      <a:r>
                        <a:rPr lang="en-US" sz="1600" dirty="0"/>
                        <a:t> HPS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detail </a:t>
                      </a:r>
                      <a:r>
                        <a:rPr lang="en-US" sz="1600" dirty="0" err="1"/>
                        <a:t>dengan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menyesuaikan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kebutuhan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belanja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kegiatan</a:t>
                      </a:r>
                      <a:r>
                        <a:rPr lang="en-US" sz="160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survey pasar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0B81B31-9AF8-6155-2AA9-E01FA4A8315D}"/>
              </a:ext>
            </a:extLst>
          </p:cNvPr>
          <p:cNvSpPr/>
          <p:nvPr/>
        </p:nvSpPr>
        <p:spPr>
          <a:xfrm>
            <a:off x="0" y="15411"/>
            <a:ext cx="1676545" cy="609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7CA8A-8595-C666-10CC-EBFE5131CBDA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E1310-FA42-FE5F-DAB4-09B6358C00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849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CAA3-368F-CDFC-3961-F891C355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9E7E-5B2D-A58A-7F4E-AD1214384880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 PENGADAAN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39D53F-C3D8-0FE2-C9F5-76B7403513A1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754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75476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8A6F97-ADBE-707E-7424-D85EA760513A}"/>
              </a:ext>
            </a:extLst>
          </p:cNvPr>
          <p:cNvGraphicFramePr>
            <a:graphicFrameLocks noGrp="1"/>
          </p:cNvGraphicFramePr>
          <p:nvPr/>
        </p:nvGraphicFramePr>
        <p:xfrm>
          <a:off x="2849526" y="952014"/>
          <a:ext cx="9254601" cy="252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32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546143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Jadwal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mempertimbangkan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faktor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musim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cuaca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ketersediaan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bahan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memengaruhi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fisik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27136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Analisis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risiko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cuaca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musim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jadwal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281861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Alokasi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cadangan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</a:rPr>
                        <a:t>buffer time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khusus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paket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konstruksi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225026"/>
                  </a:ext>
                </a:extLst>
              </a:tr>
              <a:tr h="132553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493169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Sengketa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pembatalan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akibat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kotrak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terburu-buru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tanpa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validasi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jaminan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verifikasi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kualifikasi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,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penyelarasan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klausul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matang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383769"/>
                  </a:ext>
                </a:extLst>
              </a:tr>
              <a:tr h="34461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prosedur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Pre-Construction Meeting (PCM)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</a:rPr>
                        <a:t>rigid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24546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055FBD9-D2C2-3602-EE3A-E038EE955ECC}"/>
              </a:ext>
            </a:extLst>
          </p:cNvPr>
          <p:cNvSpPr/>
          <p:nvPr/>
        </p:nvSpPr>
        <p:spPr>
          <a:xfrm>
            <a:off x="0" y="15411"/>
            <a:ext cx="1676545" cy="609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6CF60-F527-37E9-33BD-E41633CD4F5F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FCB8C-CF09-1F43-0D26-0C05DBC34E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514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3EE0-9BFE-CA86-8275-58434A03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2033-7AAD-0BF4-1C6A-70BA6983B9E4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 PENGADAAN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58934B-98C0-A632-55FE-E2F31A300EB2}"/>
              </a:ext>
            </a:extLst>
          </p:cNvPr>
          <p:cNvGraphicFramePr>
            <a:graphicFrameLocks noGrp="1"/>
          </p:cNvGraphicFramePr>
          <p:nvPr/>
        </p:nvGraphicFramePr>
        <p:xfrm>
          <a:off x="0" y="624468"/>
          <a:ext cx="12192001" cy="6168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16844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35E1E4-269C-DF53-54CE-886D1AE771E5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71277"/>
          <a:ext cx="9239483" cy="502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92563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di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luar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248467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Pengawasan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terhadap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kesesuaian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pengadaan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dengan</a:t>
                      </a:r>
                      <a:r>
                        <a:rPr lang="en-US" sz="1500" dirty="0"/>
                        <a:t> RUP dan RKA K/L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292563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Peningkatan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pengendalian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oleh KPA dan Lini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Kedua</a:t>
                      </a:r>
                      <a:endParaRPr lang="en-US" sz="15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292563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cara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barang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jasa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tepat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 err="1"/>
                        <a:t>Mewajibkan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i="1" dirty="0"/>
                        <a:t>feasibility study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untuk</a:t>
                      </a:r>
                      <a:r>
                        <a:rPr lang="en-US" sz="1500" b="0" dirty="0"/>
                        <a:t> program </a:t>
                      </a:r>
                      <a:r>
                        <a:rPr lang="en-US" sz="1500" b="0" dirty="0" err="1"/>
                        <a:t>skala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besar</a:t>
                      </a:r>
                      <a:r>
                        <a:rPr lang="en-US" sz="1500" b="0" dirty="0"/>
                        <a:t>/</a:t>
                      </a:r>
                      <a:r>
                        <a:rPr lang="en-US" sz="1500" b="0" dirty="0" err="1"/>
                        <a:t>prioritas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292563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Peningkatan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pengendalian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oleh KPA dan Lini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Kedua</a:t>
                      </a:r>
                      <a:endParaRPr lang="en-US" sz="15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292563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2.c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Mengidentifikasi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pekerjaan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yang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potensial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karakteristik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barang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  <a:r>
                        <a:rPr lang="en-US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jasa</a:t>
                      </a:r>
                      <a:r>
                        <a:rPr lang="en-US" sz="15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810296"/>
                  </a:ext>
                </a:extLst>
              </a:tr>
              <a:tr h="292563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Komponen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pembentukan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harga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perkiraan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(RAB/HPS)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strike="noStrike" dirty="0" err="1">
                          <a:solidFill>
                            <a:schemeClr val="tx1"/>
                          </a:solidFill>
                        </a:rPr>
                        <a:t>lengkap</a:t>
                      </a:r>
                      <a:r>
                        <a:rPr lang="en-US" sz="1500" b="1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227815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Penyusunan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RUP dan HPS yang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akuntabel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09219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err="1"/>
                        <a:t>Analisis</a:t>
                      </a:r>
                      <a:r>
                        <a:rPr lang="en-US" sz="1500" dirty="0"/>
                        <a:t> </a:t>
                      </a:r>
                      <a:r>
                        <a:rPr lang="en-US" sz="1500" i="1" dirty="0"/>
                        <a:t>value for money</a:t>
                      </a:r>
                      <a:r>
                        <a:rPr lang="en-US" sz="1500" dirty="0"/>
                        <a:t> (</a:t>
                      </a:r>
                      <a:r>
                        <a:rPr lang="en-US" sz="1500" dirty="0" err="1"/>
                        <a:t>efektif</a:t>
                      </a:r>
                      <a:r>
                        <a:rPr lang="en-US" sz="1500" dirty="0"/>
                        <a:t>, </a:t>
                      </a:r>
                      <a:r>
                        <a:rPr lang="en-US" sz="1500" dirty="0" err="1"/>
                        <a:t>efisien</a:t>
                      </a:r>
                      <a:r>
                        <a:rPr lang="en-US" sz="1500" dirty="0"/>
                        <a:t>, dan </a:t>
                      </a:r>
                      <a:r>
                        <a:rPr lang="en-US" sz="1500" dirty="0" err="1"/>
                        <a:t>ekonomis</a:t>
                      </a:r>
                      <a:r>
                        <a:rPr lang="en-US" sz="1500" dirty="0"/>
                        <a:t>) dan </a:t>
                      </a:r>
                      <a:r>
                        <a:rPr lang="en-US" sz="1500" i="1" dirty="0"/>
                        <a:t>benchmarking</a:t>
                      </a:r>
                      <a:r>
                        <a:rPr lang="en-US" sz="1500" dirty="0"/>
                        <a:t> (</a:t>
                      </a:r>
                      <a:r>
                        <a:rPr lang="en-US" sz="1500" dirty="0" err="1"/>
                        <a:t>analisis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harga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satuan</a:t>
                      </a:r>
                      <a:r>
                        <a:rPr lang="en-US" sz="1500" dirty="0"/>
                        <a:t>) </a:t>
                      </a:r>
                      <a:r>
                        <a:rPr lang="en-US" sz="1500" dirty="0" err="1"/>
                        <a:t>sebelum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pengesahan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anggaran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265786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3.c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 err="1">
                          <a:effectLst/>
                        </a:rPr>
                        <a:t>Melakukan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survei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pembentukan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harga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perkiraan</a:t>
                      </a:r>
                      <a:r>
                        <a:rPr lang="en-US" sz="1600" b="0" dirty="0">
                          <a:effectLst/>
                        </a:rPr>
                        <a:t> dan </a:t>
                      </a:r>
                      <a:r>
                        <a:rPr lang="en-US" sz="1600" b="0" dirty="0" err="1">
                          <a:effectLst/>
                        </a:rPr>
                        <a:t>melibatkan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tenaga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ahli</a:t>
                      </a:r>
                      <a:r>
                        <a:rPr lang="en-US" sz="1600" b="0" dirty="0">
                          <a:effectLst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87771"/>
                  </a:ext>
                </a:extLst>
              </a:tr>
              <a:tr h="292563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Keterlambatan</a:t>
                      </a:r>
                      <a:r>
                        <a:rPr kumimoji="0" lang="en-US" sz="15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5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pencairan</a:t>
                      </a:r>
                      <a:r>
                        <a:rPr kumimoji="0" lang="en-US" sz="15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Uang Revolving (Uang </a:t>
                      </a:r>
                      <a:r>
                        <a:rPr kumimoji="0" lang="en-US" sz="15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Persediaan</a:t>
                      </a:r>
                      <a:r>
                        <a:rPr kumimoji="0" lang="en-US" sz="15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20482"/>
                  </a:ext>
                </a:extLst>
              </a:tr>
              <a:tr h="710511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Risiko 4.a.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500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Menggunakan UP Tunai secara efektif dan efisien dengan mempercepat revolving UP Tunai paling sedikit 100% dalam satu bulan</a:t>
                      </a:r>
                      <a:r>
                        <a:rPr lang="en-US" sz="1500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60286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5F83F-088E-CE2F-D4D4-FB61044B5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BB96C5-4E92-310E-06F5-7F46CA9761D8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07475-E08F-1C6C-7805-A68012D1C5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840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428ED-A08A-0233-5B02-11891739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2D2B-880A-D83D-1204-A4B7E1D2B920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 PENGADAAN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45B6A2-47D4-CA8A-5C4B-39E44A5039CC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222D48-EA81-B1CD-489A-56F34F95A008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36365"/>
          <a:ext cx="9239483" cy="1186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Tunggakan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tahun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berjalan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899813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Real-time monitoring dashboard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tagihan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52499"/>
                  </a:ext>
                </a:extLst>
              </a:tr>
              <a:tr h="410569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Meningkatkan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koordinasi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internal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keuangan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0425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FE25B56-140D-AA96-EBAF-68218E38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5C3A1B-4E35-E053-99EB-7A8AE5D20D3D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5FB7E-2317-2E43-5C72-E7CEE4A546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138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977F-3CAA-E743-9C08-675A6571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45AD-EECE-6920-7447-9A4AC4BA4E25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TAHAP PERENCANAAN PENGADAAN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A5282D-8091-9B32-9C08-1663FD3CEC24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353C61-0679-0BE9-060D-232993175DAC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5057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Jaminan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jaminan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pemeliharaan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sertifikat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garansi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jaminan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lainnya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bisa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dicairkan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palsu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sah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Penguatan </a:t>
                      </a:r>
                      <a:r>
                        <a:rPr lang="en-US" sz="1600" dirty="0" err="1"/>
                        <a:t>pengendalian</a:t>
                      </a:r>
                      <a:r>
                        <a:rPr lang="en-US" sz="1600" dirty="0"/>
                        <a:t> internal </a:t>
                      </a:r>
                      <a:r>
                        <a:rPr lang="en-US" sz="1600" dirty="0" err="1"/>
                        <a:t>melibatkan</a:t>
                      </a:r>
                      <a:r>
                        <a:rPr lang="en-US" sz="1600" dirty="0"/>
                        <a:t> Lini </a:t>
                      </a:r>
                      <a:r>
                        <a:rPr lang="en-US" sz="1600" dirty="0" err="1"/>
                        <a:t>Kedua</a:t>
                      </a:r>
                      <a:r>
                        <a:rPr lang="en-US" sz="1600" dirty="0"/>
                        <a:t> dan Lini </a:t>
                      </a:r>
                      <a:r>
                        <a:rPr lang="en-US" sz="1600" dirty="0" err="1"/>
                        <a:t>ketiga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Pemisahan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tugas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cek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fisik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opname</a:t>
                      </a:r>
                      <a:r>
                        <a:rPr lang="en-US" sz="1600" dirty="0"/>
                        <a:t>)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berkala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 err="1">
                          <a:effectLst/>
                        </a:rPr>
                        <a:t>Melakukan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konfirmasi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keaslian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jaminan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ke</a:t>
                      </a:r>
                      <a:r>
                        <a:rPr lang="en-US" sz="1600" b="0" dirty="0">
                          <a:effectLst/>
                        </a:rPr>
                        <a:t> bank </a:t>
                      </a:r>
                      <a:r>
                        <a:rPr lang="en-US" sz="1600" b="0" dirty="0" err="1">
                          <a:effectLst/>
                        </a:rPr>
                        <a:t>atau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penerbit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r>
                        <a:rPr lang="en-US" sz="1600" b="0" dirty="0" err="1">
                          <a:effectLst/>
                        </a:rPr>
                        <a:t>resmi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063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RAB Mark-Up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Standarisasi</a:t>
                      </a:r>
                      <a:r>
                        <a:rPr lang="en-US" sz="1600" b="0" dirty="0"/>
                        <a:t> (SOP) </a:t>
                      </a:r>
                      <a:r>
                        <a:rPr lang="en-US" sz="1600" b="0" dirty="0" err="1"/>
                        <a:t>penyusunan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justifikasi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harga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Transparansi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melalui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tender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atau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e-purchasing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terbuka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Pemecahan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Pemantauan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terhadap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akun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Inaproc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terkait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indikasi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item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serupa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nominal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normal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Membatasi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berurutan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saling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terkait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singkat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C71ED7A-07C1-D2B0-E173-F474882D9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01361C-6265-CB19-A38D-1BB8E16D159A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B4148-321B-5F01-CF34-340982D8E7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193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6E14-296E-ED00-01A2-4933A80B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5434-2901-47BB-F1BD-DE8891746DE8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PENGADAAN DI BAWAH 50 JUTA RUPIAH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(PEMBELIAN LANGSUNG/KUITANSI)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728F64-13C0-703A-AB1B-886046D13750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66BC3C-8C35-9DBD-D56B-5C4D0FA0192A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87730"/>
          <a:ext cx="9239483" cy="5308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4843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/addendum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dan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pertanggungjawaban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248438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Real-time monitoring dashboard </a:t>
                      </a:r>
                      <a:r>
                        <a:rPr lang="en-US" sz="1400" b="0" dirty="0"/>
                        <a:t>dan </a:t>
                      </a:r>
                      <a:r>
                        <a:rPr lang="en-US" sz="1400" b="0" dirty="0" err="1"/>
                        <a:t>penguatan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jadwal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pengadaan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dini</a:t>
                      </a:r>
                      <a:endParaRPr 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418422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Segera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melakukan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pendaftaran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kontrak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/addendum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kontrak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pada SAKTI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maksimal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5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hari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kerja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setelah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kontrak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/addendum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kontrak</a:t>
                      </a:r>
                      <a:r>
                        <a:rPr lang="en-US" sz="14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ditandatangani</a:t>
                      </a:r>
                      <a:endParaRPr lang="en-US" sz="1400" b="0" strike="noStrike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2484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Penyerapan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mencapai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target per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Triwulan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248438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Real-time monitoring dashboard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penyerapan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anggaran</a:t>
                      </a:r>
                      <a:endParaRPr 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4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Penguatan pengadaan melalui RUP dan pengaturan jadwal, serta penguncian kesiapan paket sejak awal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2484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Perputaran</a:t>
                      </a:r>
                      <a:r>
                        <a:rPr lang="en-US" sz="1400" b="1" dirty="0"/>
                        <a:t> (</a:t>
                      </a:r>
                      <a:r>
                        <a:rPr lang="en-US" sz="1400" b="1" i="1" dirty="0"/>
                        <a:t>Revolving</a:t>
                      </a:r>
                      <a:r>
                        <a:rPr lang="en-US" sz="1400" b="1" dirty="0"/>
                        <a:t>) UP/TUP </a:t>
                      </a:r>
                      <a:r>
                        <a:rPr lang="en-US" sz="1400" b="1" dirty="0" err="1"/>
                        <a:t>rendah</a:t>
                      </a:r>
                      <a:r>
                        <a:rPr lang="en-US" sz="1400" b="1" dirty="0"/>
                        <a:t>, </a:t>
                      </a:r>
                      <a:r>
                        <a:rPr lang="en-US" sz="1400" b="1" dirty="0" err="1"/>
                        <a:t>pengendapan</a:t>
                      </a:r>
                      <a:r>
                        <a:rPr lang="en-US" sz="1400" b="1" dirty="0"/>
                        <a:t> dana, UP KKP </a:t>
                      </a:r>
                      <a:r>
                        <a:rPr lang="en-US" sz="1400" b="1" dirty="0" err="1"/>
                        <a:t>tidak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termanfaatkan</a:t>
                      </a:r>
                      <a:endParaRPr lang="en-US" sz="14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248438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i="1" dirty="0"/>
                        <a:t>Real-time monitoring dashboard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pengelolaan</a:t>
                      </a:r>
                      <a:r>
                        <a:rPr lang="en-US" sz="1400" dirty="0"/>
                        <a:t> UP/TUP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409052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Melakukan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revolving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atau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penggantian</a:t>
                      </a:r>
                      <a:r>
                        <a:rPr lang="en-US" sz="1400" dirty="0"/>
                        <a:t> UP KKP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tertib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2484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nb-NO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Proses pemilihan penyedia molor akibat perubahan spesifikasi/desain teknis di tengah proses.</a:t>
                      </a:r>
                      <a:endParaRPr lang="en-US" sz="14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362242"/>
                  </a:ext>
                </a:extLst>
              </a:tr>
              <a:tr h="596659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4.a.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Pematangan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spesifikasi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teknis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DED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sebelum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proses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dimulai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khususnya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paket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Belanja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Modal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strategis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746338"/>
                  </a:ext>
                </a:extLst>
              </a:tr>
              <a:tr h="2484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Pembelian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berulang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barang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sejenis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dari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yang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sama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dalam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periode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singkat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tanpa</a:t>
                      </a: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evaluasi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kewajaran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harga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7052"/>
                  </a:ext>
                </a:extLst>
              </a:tr>
              <a:tr h="248438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5.a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Monitoring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histori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transaksi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pembelian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langsung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per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441384"/>
                  </a:ext>
                </a:extLst>
              </a:tr>
              <a:tr h="52333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5.b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Pembandingan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harga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(price benchmarking)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berkala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155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3D1DE5D-A097-8FFC-9538-8A3892F52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F02D09-9720-C6F9-65F5-D41359A4BF4E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40C48-9DC2-FB6C-BFDD-4020082AF5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772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9BBD-982F-2398-0577-B13A6853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839B1-00E9-6554-75F5-3DE03D3C6B5A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PENGADAAN DI BAWAH 50 JUTA RUPIAH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(PEMBELIAN LANGSUNG/KUITANSI)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51D6F7-D37C-EEA5-143F-86429DCDE533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3F07B1-3548-C719-EE60-6303E1F606DC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68680"/>
          <a:ext cx="9239483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teknis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/KAK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Pemeriksaan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hasil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pekerjaan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oleh PPK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berkala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Evaluasi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terhadap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Laporan</a:t>
                      </a:r>
                      <a:r>
                        <a:rPr lang="en-US" sz="1800" dirty="0"/>
                        <a:t> PPK </a:t>
                      </a:r>
                      <a:r>
                        <a:rPr lang="en-US" sz="1800" dirty="0" err="1"/>
                        <a:t>atas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Pelaksanaan</a:t>
                      </a:r>
                      <a:r>
                        <a:rPr lang="en-US" sz="1800" dirty="0"/>
                        <a:t> dan </a:t>
                      </a:r>
                      <a:r>
                        <a:rPr lang="en-US" sz="1800" dirty="0" err="1"/>
                        <a:t>Penyelesaian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Kegiatan</a:t>
                      </a:r>
                      <a:r>
                        <a:rPr lang="en-US" sz="1800" dirty="0"/>
                        <a:t> oleh PA/KPA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Kekurangan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volume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Evaluasi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terhadap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Laporan</a:t>
                      </a:r>
                      <a:r>
                        <a:rPr lang="en-US" sz="1800" dirty="0"/>
                        <a:t> PPK </a:t>
                      </a:r>
                      <a:r>
                        <a:rPr lang="en-US" sz="1800" dirty="0" err="1"/>
                        <a:t>atas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Pelaksanaan</a:t>
                      </a:r>
                      <a:r>
                        <a:rPr lang="en-US" sz="1800" dirty="0"/>
                        <a:t> dan </a:t>
                      </a:r>
                      <a:r>
                        <a:rPr lang="en-US" sz="1800" dirty="0" err="1"/>
                        <a:t>Penyelesaian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Kegiatan</a:t>
                      </a:r>
                      <a:r>
                        <a:rPr lang="en-US" sz="1800" dirty="0"/>
                        <a:t> oleh PA/KPA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Pemeriksaan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hasil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pekerjaan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oleh PPK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berkala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18308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penyelesaian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406852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Sediakan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cadangan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(time buffer)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pada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setiap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tahapan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krusial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guna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mengantisipasi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hambatan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tak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terduga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monitoring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harian</a:t>
                      </a:r>
                      <a:r>
                        <a:rPr lang="en-US" sz="1800" dirty="0"/>
                        <a:t>/</a:t>
                      </a:r>
                      <a:r>
                        <a:rPr lang="en-US" sz="1800" dirty="0" err="1"/>
                        <a:t>mingguan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menggunakan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kurva</a:t>
                      </a:r>
                      <a:r>
                        <a:rPr lang="en-US" sz="1800" dirty="0"/>
                        <a:t> S </a:t>
                      </a:r>
                      <a:r>
                        <a:rPr lang="en-US" sz="1800" dirty="0" err="1"/>
                        <a:t>atau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aplikasi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manajemen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proyek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CC90536-BD86-D57F-217E-2D343E9C6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E6F893-0005-39F3-B7A1-B75A5CAE7B61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D7087-0412-61F4-E61D-DD414FC4F2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6597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B907-5ACD-60D1-CA8C-EF3E1785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6028-BEAA-A087-3C38-62EDB43EE273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PENGADAAN DI BAWAH 50 JUTA RUPIAH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(PEMBELIAN LANGSUNG/KUITANSI)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291031-2A0E-B998-DFFC-8307A52B90FA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2B06CF-6BDC-7664-B768-05B79D909D8D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5253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Fiktif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Penguatan </a:t>
                      </a:r>
                      <a:r>
                        <a:rPr lang="en-US" sz="1600" dirty="0" err="1"/>
                        <a:t>pengendalian</a:t>
                      </a:r>
                      <a:r>
                        <a:rPr lang="en-US" sz="1600" dirty="0"/>
                        <a:t> internal </a:t>
                      </a:r>
                      <a:r>
                        <a:rPr lang="en-US" sz="1600" dirty="0" err="1"/>
                        <a:t>melibatkan</a:t>
                      </a:r>
                      <a:r>
                        <a:rPr lang="en-US" sz="1600" dirty="0"/>
                        <a:t> Lini </a:t>
                      </a:r>
                      <a:r>
                        <a:rPr lang="en-US" sz="1600" dirty="0" err="1"/>
                        <a:t>Kedua</a:t>
                      </a:r>
                      <a:r>
                        <a:rPr lang="en-US" sz="1600" dirty="0"/>
                        <a:t> dan Lini </a:t>
                      </a:r>
                      <a:r>
                        <a:rPr lang="en-US" sz="1600" dirty="0" err="1"/>
                        <a:t>ketiga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Pemisahan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tugas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cek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fisik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opname</a:t>
                      </a:r>
                      <a:r>
                        <a:rPr lang="en-US" sz="1600" dirty="0"/>
                        <a:t>)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berkala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RAB Mark-Up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Standarisasi</a:t>
                      </a:r>
                      <a:r>
                        <a:rPr lang="en-US" sz="1600" b="0" dirty="0"/>
                        <a:t> (SOP) </a:t>
                      </a:r>
                      <a:r>
                        <a:rPr lang="en-US" sz="1600" b="0" dirty="0" err="1"/>
                        <a:t>penyusunan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justifikasi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harga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Transparansi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melalui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tender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atau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e-purchasing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terbuka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Pemecahan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Pemantauan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terhadap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akun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Inaproc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terkait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indikasi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item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serupa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nominal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normal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Membatasi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berurutan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saling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terkait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singkat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melalui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E-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Katalog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3577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40436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5F0906-FD09-F1C4-9AC9-C127C0A1A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FE7932-C7CE-4621-0959-A8A32B20DA08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95922-74AF-BFA3-8261-9A96180C43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2649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4347-D182-87B0-8AE2-865A58AD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FD87-7E3F-373C-9FF6-9ED6400E3A9A}"/>
              </a:ext>
            </a:extLst>
          </p:cNvPr>
          <p:cNvSpPr txBox="1">
            <a:spLocks/>
          </p:cNvSpPr>
          <p:nvPr/>
        </p:nvSpPr>
        <p:spPr>
          <a:xfrm>
            <a:off x="1643743" y="65088"/>
            <a:ext cx="10460384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PENGADAAN BARANG/JASA LAINNYA DI ATAS 200 JUTA RUPIAH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(E-KATALOG)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1F0680-7727-BB0A-0165-3EF9E5AD89A8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6DCCA1-2107-75DF-3C68-22A5D72F5FBA}"/>
              </a:ext>
            </a:extLst>
          </p:cNvPr>
          <p:cNvGraphicFramePr>
            <a:graphicFrameLocks noGrp="1"/>
          </p:cNvGraphicFramePr>
          <p:nvPr/>
        </p:nvGraphicFramePr>
        <p:xfrm>
          <a:off x="2952517" y="836365"/>
          <a:ext cx="9239483" cy="5774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1171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penyelesaian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Deviasi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Negatif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) /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Wanprestasi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50017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Melakukan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Rapat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Pembuktian</a:t>
                      </a:r>
                      <a:r>
                        <a:rPr lang="en-US" sz="1400" dirty="0"/>
                        <a:t> (</a:t>
                      </a:r>
                      <a:r>
                        <a:rPr lang="en-US" sz="1400" i="1" dirty="0"/>
                        <a:t>Show Cause Meeting</a:t>
                      </a:r>
                      <a:r>
                        <a:rPr lang="en-US" sz="1400" dirty="0"/>
                        <a:t>/SCM)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berjenjang</a:t>
                      </a:r>
                      <a:r>
                        <a:rPr lang="en-US" sz="1400" dirty="0"/>
                        <a:t> dan </a:t>
                      </a:r>
                      <a:r>
                        <a:rPr lang="en-US" sz="1400" dirty="0" err="1"/>
                        <a:t>pemantauan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kurva</a:t>
                      </a:r>
                      <a:r>
                        <a:rPr lang="en-US" sz="1400" dirty="0"/>
                        <a:t>-S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ketat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0017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Pengenaan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denda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keterlambatan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tegas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sesuai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ketentuan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kontrak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jika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terjadi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keterlambatan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serta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opsi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pemutusan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kontrak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jika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deviasi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sudah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tidak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bisa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dikejar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50017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Sebelum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jatuh</a:t>
                      </a:r>
                      <a:r>
                        <a:rPr lang="en-US" sz="1400" dirty="0"/>
                        <a:t> tempo </a:t>
                      </a:r>
                      <a:r>
                        <a:rPr lang="en-US" sz="1400" dirty="0" err="1"/>
                        <a:t>selesai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pekerjaan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termin</a:t>
                      </a:r>
                      <a:r>
                        <a:rPr lang="en-US" sz="1400" dirty="0"/>
                        <a:t> PPK </a:t>
                      </a:r>
                      <a:r>
                        <a:rPr lang="en-US" sz="1400" dirty="0" err="1"/>
                        <a:t>menginformasikan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kepada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Penyedia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untuk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segera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menyiapkan</a:t>
                      </a:r>
                      <a:r>
                        <a:rPr lang="en-US" sz="1400" dirty="0"/>
                        <a:t> BAST/BAPP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327170"/>
                  </a:ext>
                </a:extLst>
              </a:tr>
              <a:tr h="3117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Terlambatnya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termin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kepada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50017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Mendorong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penyedia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untuk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mempercepat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penyiapan</a:t>
                      </a:r>
                      <a:r>
                        <a:rPr lang="en-US" sz="1400" dirty="0"/>
                        <a:t> data </a:t>
                      </a:r>
                      <a:r>
                        <a:rPr lang="en-US" sz="1400" dirty="0" err="1"/>
                        <a:t>dukung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dokumen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tagihan</a:t>
                      </a:r>
                      <a:r>
                        <a:rPr lang="en-US" sz="1400" dirty="0"/>
                        <a:t>/BAST </a:t>
                      </a:r>
                      <a:r>
                        <a:rPr lang="en-US" sz="1400" dirty="0" err="1"/>
                        <a:t>sesegera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mungkin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setelah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progres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fisik</a:t>
                      </a:r>
                      <a:r>
                        <a:rPr lang="en-US" sz="1400" dirty="0"/>
                        <a:t> di </a:t>
                      </a:r>
                      <a:r>
                        <a:rPr lang="en-US" sz="1400" dirty="0" err="1"/>
                        <a:t>lapangan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tercapai</a:t>
                      </a:r>
                      <a:r>
                        <a:rPr lang="en-US" sz="1400" dirty="0"/>
                        <a:t> dan </a:t>
                      </a:r>
                      <a:r>
                        <a:rPr lang="en-US" sz="1400" dirty="0" err="1"/>
                        <a:t>dinyatakan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sah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50017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Mempercepat </a:t>
                      </a:r>
                      <a:r>
                        <a:rPr lang="en-US" sz="1400" dirty="0" err="1"/>
                        <a:t>verifikasi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dokumen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tagihan</a:t>
                      </a:r>
                      <a:r>
                        <a:rPr lang="en-US" sz="1400" dirty="0"/>
                        <a:t>/BAST </a:t>
                      </a:r>
                      <a:r>
                        <a:rPr lang="en-US" sz="1400" dirty="0" err="1"/>
                        <a:t>sesegera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mungkin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setelah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progres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fisik</a:t>
                      </a:r>
                      <a:r>
                        <a:rPr lang="en-US" sz="1400" dirty="0"/>
                        <a:t> di </a:t>
                      </a:r>
                      <a:r>
                        <a:rPr lang="en-US" sz="1400" dirty="0" err="1"/>
                        <a:t>lapangan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tercapai</a:t>
                      </a:r>
                      <a:r>
                        <a:rPr lang="en-US" sz="1400" dirty="0"/>
                        <a:t> dan </a:t>
                      </a:r>
                      <a:r>
                        <a:rPr lang="en-US" sz="1400" dirty="0" err="1"/>
                        <a:t>dinyatakan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sah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48174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3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id-ID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</a:t>
                      </a:r>
                      <a:r>
                        <a:rPr kumimoji="0" lang="sv-SE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eterlambatan proses pemilihan penyedia sehingga kontrak baru efektif mendekati akhir tahun anggaran.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50017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3.a.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Penjadwalan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proses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disusun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mundur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kumimoji="0" lang="en-US" sz="14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backward planning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dari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target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efektif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kontrak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buffer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waktu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sanggah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potensi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lelang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ulang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3.b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Percepatan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jadwal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proses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sejak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DIPA </a:t>
                      </a:r>
                      <a:r>
                        <a:rPr kumimoji="0" lang="en-US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efektif</a:t>
                      </a: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109526"/>
                  </a:ext>
                </a:extLst>
              </a:tr>
              <a:tr h="3117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Ketidaktersediaan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produk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pada e-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katalog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menyebabkan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tertunda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harus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berpindah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i="0" dirty="0" err="1">
                          <a:solidFill>
                            <a:schemeClr val="tx1"/>
                          </a:solidFill>
                        </a:rPr>
                        <a:t>metode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1171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Pengecekan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ketersediaan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produk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pada e-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katalog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sejak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tahap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perencanaan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08189"/>
                  </a:ext>
                </a:extLst>
              </a:tr>
              <a:tr h="31171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Penyiapan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metode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alternatif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sebagai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i="0" dirty="0" err="1">
                          <a:solidFill>
                            <a:schemeClr val="tx1"/>
                          </a:solidFill>
                        </a:rPr>
                        <a:t>cadangan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contingency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).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9291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49D6157-A962-02E9-7811-67B5F78F9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6FA9D6-0F3A-F571-8C58-0E2E52D3CF4F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699BB-4B02-D233-7862-F091522CFC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5252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5481-F632-1E4F-0D89-92FD03D1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4A99B-A8FC-4304-2F45-C0687C0659D8}"/>
              </a:ext>
            </a:extLst>
          </p:cNvPr>
          <p:cNvSpPr txBox="1">
            <a:spLocks/>
          </p:cNvSpPr>
          <p:nvPr/>
        </p:nvSpPr>
        <p:spPr>
          <a:xfrm>
            <a:off x="1600200" y="65088"/>
            <a:ext cx="105039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PENGADAAN BARANG/JASA LAINNYA DI ATAS 200 JUTA RUPIAH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(E-KATALOG)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2FBC8A-A6D3-AF71-F65E-D4CC05163B26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D90293-23AD-B04E-656C-8D4707E3C1B5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4"/>
          <a:ext cx="9239483" cy="5729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61811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Perubahan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/volume 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(Addendum) 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tanpa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dasar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justifikasi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sah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587613"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Mewajibkan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kajian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teknis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lapangan</a:t>
                      </a:r>
                      <a:r>
                        <a:rPr lang="en-US" sz="1300" dirty="0"/>
                        <a:t> dan </a:t>
                      </a:r>
                      <a:r>
                        <a:rPr lang="en-US" sz="1300" i="1" dirty="0"/>
                        <a:t>review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berlapis</a:t>
                      </a:r>
                      <a:r>
                        <a:rPr lang="en-US" sz="1300" dirty="0"/>
                        <a:t> oleh Tim Ahli </a:t>
                      </a:r>
                      <a:r>
                        <a:rPr lang="en-US" sz="1300" dirty="0" err="1"/>
                        <a:t>sebelum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menyetujui</a:t>
                      </a:r>
                      <a:r>
                        <a:rPr lang="en-US" sz="1300" dirty="0"/>
                        <a:t> </a:t>
                      </a:r>
                      <a:r>
                        <a:rPr lang="en-US" sz="1300" i="1" dirty="0"/>
                        <a:t>Contract Change Order</a:t>
                      </a:r>
                      <a:r>
                        <a:rPr lang="en-US" sz="1300" dirty="0"/>
                        <a:t> (CCO)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87613"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Melibatkan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pengawasan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tambahan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dari</a:t>
                      </a:r>
                      <a:r>
                        <a:rPr lang="en-US" sz="1300" dirty="0"/>
                        <a:t> Lini </a:t>
                      </a:r>
                      <a:r>
                        <a:rPr lang="en-US" sz="1300" dirty="0" err="1"/>
                        <a:t>Kedua</a:t>
                      </a:r>
                      <a:r>
                        <a:rPr lang="en-US" sz="1300" dirty="0"/>
                        <a:t> dan Lini </a:t>
                      </a:r>
                      <a:r>
                        <a:rPr lang="en-US" sz="1300" dirty="0" err="1"/>
                        <a:t>Ketiga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untuk</a:t>
                      </a:r>
                      <a:r>
                        <a:rPr lang="en-US" sz="1300" dirty="0"/>
                        <a:t> addendum yang </a:t>
                      </a:r>
                      <a:r>
                        <a:rPr lang="en-US" sz="1300" dirty="0" err="1"/>
                        <a:t>bersifat</a:t>
                      </a:r>
                      <a:r>
                        <a:rPr lang="en-US" sz="1300" dirty="0"/>
                        <a:t> material </a:t>
                      </a:r>
                      <a:r>
                        <a:rPr lang="en-US" sz="1300" dirty="0" err="1"/>
                        <a:t>atau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mengubah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nilai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kontrak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438191"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1.c.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1" dirty="0"/>
                        <a:t>Real-time monitoring </a:t>
                      </a:r>
                      <a:r>
                        <a:rPr lang="en-US" sz="1300" b="0" i="0" dirty="0" err="1"/>
                        <a:t>pelaksanaan</a:t>
                      </a:r>
                      <a:r>
                        <a:rPr lang="en-US" sz="1300" b="0" i="0" dirty="0"/>
                        <a:t> </a:t>
                      </a:r>
                      <a:r>
                        <a:rPr lang="en-US" sz="1300" b="0" i="0" dirty="0" err="1"/>
                        <a:t>pekerjaan</a:t>
                      </a:r>
                      <a:r>
                        <a:rPr lang="en-US" sz="1300" b="0" i="0" dirty="0"/>
                        <a:t> di </a:t>
                      </a:r>
                      <a:r>
                        <a:rPr lang="en-US" sz="1300" b="0" i="0" dirty="0" err="1"/>
                        <a:t>lapangan</a:t>
                      </a:r>
                      <a:endParaRPr lang="en-US" sz="1300" i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773266"/>
                  </a:ext>
                </a:extLst>
              </a:tr>
              <a:tr h="261811"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440946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Penggunaan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material/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tenaga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misal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melanggar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batas TKDN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SNI)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587613"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Melakukan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inspeksi</a:t>
                      </a:r>
                      <a:r>
                        <a:rPr lang="en-US" sz="1300" dirty="0"/>
                        <a:t> material di </a:t>
                      </a:r>
                      <a:r>
                        <a:rPr lang="en-US" sz="1300" dirty="0" err="1"/>
                        <a:t>lokasi</a:t>
                      </a:r>
                      <a:r>
                        <a:rPr lang="en-US" sz="1300" dirty="0"/>
                        <a:t> (</a:t>
                      </a:r>
                      <a:r>
                        <a:rPr lang="en-US" sz="1300" i="1" dirty="0"/>
                        <a:t>material on-site approval</a:t>
                      </a:r>
                      <a:r>
                        <a:rPr lang="en-US" sz="1300" dirty="0"/>
                        <a:t>) </a:t>
                      </a:r>
                      <a:r>
                        <a:rPr lang="en-US" sz="1300" dirty="0" err="1"/>
                        <a:t>sebelum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bahan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diizinkan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untuk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dirakit</a:t>
                      </a:r>
                      <a:r>
                        <a:rPr lang="en-US" sz="1300" dirty="0"/>
                        <a:t>/</a:t>
                      </a:r>
                      <a:r>
                        <a:rPr lang="en-US" sz="1300" dirty="0" err="1"/>
                        <a:t>digunakan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587613"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Verifikasi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ketat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terhadap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sertifikat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garansi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sertifikat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asal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barang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maupun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dokumen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pendukung</a:t>
                      </a:r>
                      <a:r>
                        <a:rPr lang="en-US" sz="1300" dirty="0"/>
                        <a:t> TKDN </a:t>
                      </a:r>
                      <a:r>
                        <a:rPr lang="en-US" sz="1300" dirty="0" err="1"/>
                        <a:t>dari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pabrikan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261811"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261811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1" dirty="0">
                          <a:solidFill>
                            <a:schemeClr val="tx1"/>
                          </a:solidFill>
                        </a:rPr>
                        <a:t>Ketidakpatuhan pelaporan progres dan pengelolaan Kontrak</a:t>
                      </a:r>
                      <a:endParaRPr 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587613"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Menekankan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kewajiban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Penyedia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untuk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menyampaikan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laporan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harian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mingguan</a:t>
                      </a:r>
                      <a:r>
                        <a:rPr lang="en-US" sz="1300" dirty="0"/>
                        <a:t>, dan </a:t>
                      </a:r>
                      <a:r>
                        <a:rPr lang="en-US" sz="1300" dirty="0" err="1"/>
                        <a:t>bulanan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secara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tertib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sesuai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klausul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kontrak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417858"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i="1" dirty="0"/>
                        <a:t>Monitoring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berkala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pemutakhiran</a:t>
                      </a:r>
                      <a:r>
                        <a:rPr lang="en-US" sz="1300" dirty="0"/>
                        <a:t> data </a:t>
                      </a:r>
                      <a:r>
                        <a:rPr lang="en-US" sz="1300" dirty="0" err="1"/>
                        <a:t>kontrak</a:t>
                      </a:r>
                      <a:r>
                        <a:rPr lang="en-US" sz="1300" dirty="0"/>
                        <a:t> pada </a:t>
                      </a:r>
                      <a:r>
                        <a:rPr lang="en-US" sz="1300" dirty="0" err="1"/>
                        <a:t>sistem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informasi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pengadaan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terintegrasi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261811"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1D60B12-470E-D2A7-E8C1-96B0ACBB4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1F86CC-F233-009F-B8C3-A3D4A23ECB64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BDBBF-A200-3209-952F-4779CDECD6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58138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837C-CDC0-0BFB-A4FD-EF3E64932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376E-7FBA-7DE3-5392-C7C0E3A0A96D}"/>
              </a:ext>
            </a:extLst>
          </p:cNvPr>
          <p:cNvSpPr txBox="1">
            <a:spLocks/>
          </p:cNvSpPr>
          <p:nvPr/>
        </p:nvSpPr>
        <p:spPr>
          <a:xfrm>
            <a:off x="1589314" y="65088"/>
            <a:ext cx="10514813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PENGADAAN BARANG/JASA LAINNYA DI ATAS 200 JUTA RUPIAH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(E-KATALOG)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08D6BD-2687-DFE7-C132-26F93D87DA0C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C468AF-6682-9646-77BE-A84F4F185CC8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492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Laporan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Progres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Fiktif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Melakukan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cek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fisik</a:t>
                      </a:r>
                      <a:r>
                        <a:rPr lang="en-US" sz="1400" dirty="0"/>
                        <a:t> (</a:t>
                      </a:r>
                      <a:r>
                        <a:rPr lang="en-US" sz="1400" i="1" dirty="0" err="1"/>
                        <a:t>opname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lapangan</a:t>
                      </a:r>
                      <a:r>
                        <a:rPr lang="en-US" sz="1400" dirty="0"/>
                        <a:t>)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mendadak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tidak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hanya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mengandalkan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laporan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tertulis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Penyedia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Melibatkan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pengawas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dalam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memverifikasi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hasil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pekerjaan</a:t>
                      </a:r>
                      <a:r>
                        <a:rPr lang="en-US" sz="1400" dirty="0"/>
                        <a:t> 100% </a:t>
                      </a:r>
                      <a:r>
                        <a:rPr lang="en-US" sz="1400" dirty="0" err="1"/>
                        <a:t>sebelum</a:t>
                      </a:r>
                      <a:r>
                        <a:rPr lang="en-US" sz="1400" dirty="0"/>
                        <a:t> Berita Acara Serah </a:t>
                      </a:r>
                      <a:r>
                        <a:rPr lang="en-US" sz="1400" dirty="0" err="1"/>
                        <a:t>Terima</a:t>
                      </a:r>
                      <a:r>
                        <a:rPr lang="en-US" sz="1400" dirty="0"/>
                        <a:t> (BAST) </a:t>
                      </a:r>
                      <a:r>
                        <a:rPr lang="en-US" sz="1400" dirty="0" err="1"/>
                        <a:t>ditandatangani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Substitusi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barang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kualitas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lebih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rendah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400" b="1" i="1" dirty="0">
                          <a:solidFill>
                            <a:schemeClr val="tx1"/>
                          </a:solidFill>
                        </a:rPr>
                        <a:t>Downgrade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) yang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disengaja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dibiarkan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Inspeksi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acak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lokasi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pelaksanaan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Pemberlakuan</a:t>
                      </a:r>
                      <a:r>
                        <a:rPr lang="en-US" sz="1400" dirty="0"/>
                        <a:t> masa </a:t>
                      </a:r>
                      <a:r>
                        <a:rPr lang="en-US" sz="1400" dirty="0" err="1"/>
                        <a:t>retensi</a:t>
                      </a:r>
                      <a:r>
                        <a:rPr lang="en-US" sz="1400" dirty="0"/>
                        <a:t> (</a:t>
                      </a:r>
                      <a:r>
                        <a:rPr lang="en-US" sz="1400" dirty="0" err="1"/>
                        <a:t>pemeliharaan</a:t>
                      </a:r>
                      <a:r>
                        <a:rPr lang="en-US" sz="1400" dirty="0"/>
                        <a:t>) yang </a:t>
                      </a:r>
                      <a:r>
                        <a:rPr lang="en-US" sz="1400" dirty="0" err="1"/>
                        <a:t>ketat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serta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memastikan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keabsahan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Jaminan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Pemeliharaan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dari</a:t>
                      </a:r>
                      <a:r>
                        <a:rPr lang="en-US" sz="1400" dirty="0"/>
                        <a:t> Bank/Asuransi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Penyuapan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Gratifikasi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Pemerasan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Internalisasi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Pakta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Integritas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Optimalisasi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saluran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pengaduan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pelanggaran</a:t>
                      </a:r>
                      <a:r>
                        <a:rPr lang="en-US" sz="1400" dirty="0"/>
                        <a:t> (</a:t>
                      </a:r>
                      <a:r>
                        <a:rPr lang="en-US" sz="1400" i="1" dirty="0"/>
                        <a:t>Whistleblowing System</a:t>
                      </a:r>
                      <a:r>
                        <a:rPr lang="en-US" sz="14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F3518A1-E586-3115-7D2A-967C9FFD1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59FC3B-CA41-587B-9164-063DE45114C1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C6B1B-D438-DDF2-79DF-EEE6F978FC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202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6F46-C5B3-3A49-DB26-518ED799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7648-D7DC-5A67-8442-67791063D516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PELAKSANAAN/PENGENDALIAN KONTRAK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FF36DD-B494-35F1-5154-0085E1F99085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1904A3-691C-7196-7860-4C3F9B903348}"/>
              </a:ext>
            </a:extLst>
          </p:cNvPr>
          <p:cNvGraphicFramePr>
            <a:graphicFrameLocks noGrp="1"/>
          </p:cNvGraphicFramePr>
          <p:nvPr/>
        </p:nvGraphicFramePr>
        <p:xfrm>
          <a:off x="2798956" y="796813"/>
          <a:ext cx="9305172" cy="2767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69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944723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penerbitan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Surat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Penunjukan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Barang/Jasa (SPPBJ) dan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Real-time monitoring dashboard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pengadaan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setiap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tahapan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pemilihan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Koordinasi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intensif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antara</a:t>
                      </a:r>
                      <a:r>
                        <a:rPr lang="en-US" sz="1600" dirty="0"/>
                        <a:t> PPK dan </a:t>
                      </a:r>
                      <a:r>
                        <a:rPr lang="en-US" sz="1600" dirty="0" err="1"/>
                        <a:t>penyedia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terpilih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memastikan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kelengkapan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syarat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penandatanganan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seperti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jaminan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pelaksanaan</a:t>
                      </a:r>
                      <a:r>
                        <a:rPr lang="en-US" sz="1600" dirty="0"/>
                        <a:t>) </a:t>
                      </a:r>
                      <a:r>
                        <a:rPr lang="en-US" sz="1600" dirty="0" err="1"/>
                        <a:t>terpenuhi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tepat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waktu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429154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Sanggahan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banding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dari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peserta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tender yang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menghambat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Mempercepat </a:t>
                      </a:r>
                      <a:r>
                        <a:rPr lang="en-US" sz="1600" i="1" dirty="0"/>
                        <a:t>supporting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dokumen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kepada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Satker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dalam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respon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sanggah</a:t>
                      </a:r>
                      <a:r>
                        <a:rPr lang="en-US" sz="1600" dirty="0"/>
                        <a:t> banding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B4E88EF-543E-DD81-8E5C-31F4CC5ED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5AC694-206E-A86C-6449-4DD76A831415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0C506-83F0-795E-80B7-AAF598BB5C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53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A0D08-EC73-727A-5B0B-3A31F186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48ED-485D-8FAD-6169-259354CB75BD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PELAKSANAAN/PENGENDALIAN KONTRAK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E937C2-1D24-4677-856C-F42CCAB44897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B8BA73-5F5C-98B1-477C-8D8E96FBB692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597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Terlambatnya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termin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kepada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Real time monitoring dashboard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penyerapan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anggaran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Mendorong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penyedia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mempercepat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penyiapan</a:t>
                      </a:r>
                      <a:r>
                        <a:rPr lang="en-US" sz="1600" dirty="0"/>
                        <a:t> data </a:t>
                      </a:r>
                      <a:r>
                        <a:rPr lang="en-US" sz="1600" dirty="0" err="1"/>
                        <a:t>dukung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dokumen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tagihan</a:t>
                      </a:r>
                      <a:r>
                        <a:rPr lang="en-US" sz="1600" dirty="0"/>
                        <a:t>/BAST </a:t>
                      </a:r>
                      <a:r>
                        <a:rPr lang="en-US" sz="1600" dirty="0" err="1"/>
                        <a:t>sesegera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mungkin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setelah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progres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fisik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lapangan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tercapai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dinyatakan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sah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Mempercepat </a:t>
                      </a:r>
                      <a:r>
                        <a:rPr lang="en-US" sz="1600" dirty="0" err="1"/>
                        <a:t>verifikasi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dokumen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tagihan</a:t>
                      </a:r>
                      <a:r>
                        <a:rPr lang="en-US" sz="1600" dirty="0"/>
                        <a:t>/BAST </a:t>
                      </a:r>
                      <a:r>
                        <a:rPr lang="en-US" sz="1600" dirty="0" err="1"/>
                        <a:t>sesegera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mungkin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setelah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progres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fisik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lapangan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tercapai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dinyatakan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sah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387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Pembengkakan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Biaya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</a:rPr>
                        <a:t>Cost Over-Run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/>
                        <a:t>Penetapan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lingkup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pekerjaan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secara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rinci</a:t>
                      </a:r>
                      <a:r>
                        <a:rPr lang="en-US" sz="1600" i="0" dirty="0"/>
                        <a:t> dan </a:t>
                      </a:r>
                      <a:r>
                        <a:rPr lang="en-US" sz="1600" i="0" dirty="0" err="1"/>
                        <a:t>jelas</a:t>
                      </a:r>
                      <a:endParaRPr lang="en-US" sz="1600" i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Penyusunan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anggaran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realistis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dengan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tambahan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cadangan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kontijensi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Menggunakan</a:t>
                      </a:r>
                      <a:r>
                        <a:rPr lang="en-US" sz="1600" dirty="0"/>
                        <a:t> Tenaga Ahli Quantity </a:t>
                      </a:r>
                      <a:r>
                        <a:rPr lang="en-US" sz="1600" dirty="0" err="1"/>
                        <a:t>Independen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sebagai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second opinion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427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4.d.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Pendampingan</a:t>
                      </a:r>
                      <a:r>
                        <a:rPr lang="en-US" sz="1600" dirty="0"/>
                        <a:t> oleh APIP/BPKP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91837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Gagal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Bayar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Memastikan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klausul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hukum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protektif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Pemantauan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berkala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melaporkan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indikasi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awal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berpotensi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menjadikan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pekerjaan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gagal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bayar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14312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C86DE6D-AAD1-4572-FD03-7A20D4D05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99211A-C89A-AC23-95D4-D24506C945CD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7F1A7-EA82-8F30-2EF7-32D491AE70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692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7554-179A-BC83-FAE3-4990AFDC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48C7-7A34-07B9-5B28-546918A73D4D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PELAKSANAAN/PENGENDALIAN KONTRAK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947B52-2C41-5247-451D-173D2F9FE146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1EF3A8-DA9B-F538-E45F-C9E43F807802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6"/>
          <a:ext cx="9239483" cy="551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1156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hasil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penawaran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sebenarnya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41208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Menyusun </a:t>
                      </a:r>
                      <a:r>
                        <a:rPr lang="en-US" sz="1600" dirty="0" err="1"/>
                        <a:t>justifikasi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teknis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sebelum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menyetujui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Contract Change Order</a:t>
                      </a:r>
                      <a:r>
                        <a:rPr lang="en-US" sz="1600" dirty="0"/>
                        <a:t> (CCO)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477293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Melibatkan</a:t>
                      </a:r>
                      <a:r>
                        <a:rPr lang="en-US" sz="1600" dirty="0"/>
                        <a:t> Lini </a:t>
                      </a:r>
                      <a:r>
                        <a:rPr lang="en-US" sz="1600" dirty="0" err="1"/>
                        <a:t>Kedua</a:t>
                      </a:r>
                      <a:r>
                        <a:rPr lang="en-US" sz="1600" dirty="0"/>
                        <a:t> dan Lini </a:t>
                      </a:r>
                      <a:r>
                        <a:rPr lang="en-US" sz="1600" dirty="0" err="1"/>
                        <a:t>Ketiga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advise addendum </a:t>
                      </a:r>
                      <a:r>
                        <a:rPr lang="en-US" sz="1600" dirty="0"/>
                        <a:t>yang </a:t>
                      </a:r>
                      <a:r>
                        <a:rPr lang="en-US" sz="1600" dirty="0" err="1"/>
                        <a:t>bersifat</a:t>
                      </a:r>
                      <a:r>
                        <a:rPr lang="en-US" sz="1600" dirty="0"/>
                        <a:t> material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mengubah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nilai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46198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Penggunaan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material/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tenaga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misal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melanggar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batas TKDN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SNI)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496409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inspeksi</a:t>
                      </a:r>
                      <a:r>
                        <a:rPr lang="en-US" sz="1600" dirty="0"/>
                        <a:t> material di </a:t>
                      </a:r>
                      <a:r>
                        <a:rPr lang="en-US" sz="1600" dirty="0" err="1"/>
                        <a:t>lokasi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/>
                        <a:t>material on-site approval</a:t>
                      </a:r>
                      <a:r>
                        <a:rPr lang="en-US" sz="1600" dirty="0"/>
                        <a:t>) </a:t>
                      </a:r>
                      <a:r>
                        <a:rPr lang="en-US" sz="1600" dirty="0" err="1"/>
                        <a:t>sebelum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diizinkan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dirakit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digunakan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39590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Verifikasi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terhadap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sertifikat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garansi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sertifikat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asal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barang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maupun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dokumen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pendukung</a:t>
                      </a:r>
                      <a:r>
                        <a:rPr lang="en-US" sz="1600" dirty="0"/>
                        <a:t> TKDN </a:t>
                      </a:r>
                      <a:r>
                        <a:rPr lang="en-US" sz="1600" dirty="0" err="1"/>
                        <a:t>dari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pabrikan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27430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27430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chemeClr val="tx1"/>
                          </a:solidFill>
                        </a:rPr>
                        <a:t>Ketidakpatuhan pelaporan progres dan pengelolaan Kontrak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557478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Menekankan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kewajiban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Penyedia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menyampaikan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laporan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harian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mingguan</a:t>
                      </a:r>
                      <a:r>
                        <a:rPr lang="en-US" sz="1600" dirty="0"/>
                        <a:t>, dan </a:t>
                      </a:r>
                      <a:r>
                        <a:rPr lang="en-US" sz="1600" dirty="0" err="1"/>
                        <a:t>bulanan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tertib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sesuai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klausul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461989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/>
                        <a:t>Monitoring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berkala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pemutakhiran</a:t>
                      </a:r>
                      <a:r>
                        <a:rPr lang="en-US" sz="1600" dirty="0"/>
                        <a:t> data </a:t>
                      </a:r>
                      <a:r>
                        <a:rPr lang="en-US" sz="1600" dirty="0" err="1"/>
                        <a:t>kontrak</a:t>
                      </a:r>
                      <a:r>
                        <a:rPr lang="en-US" sz="1600" dirty="0"/>
                        <a:t> pada </a:t>
                      </a:r>
                      <a:r>
                        <a:rPr lang="en-US" sz="1600" dirty="0" err="1"/>
                        <a:t>sistem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informasi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pengadaan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terintegrasi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274306"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EDF44B5-4A7C-6926-D32C-717FFDDF3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9B6442-5622-8D9E-DD24-0FF87BEF26F7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6E0D2-A7D6-F702-77A9-8532D89EDC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6949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34711-300F-80C1-A38E-BA3825BC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58D6-6262-C06C-BDF1-702204007DE2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PELAKSANAAN/PENGENDALIAN KONTRAK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3CD81-F654-03B3-A687-BFB0BD56D3C7}"/>
              </a:ext>
            </a:extLst>
          </p:cNvPr>
          <p:cNvGraphicFramePr>
            <a:graphicFrameLocks noGrp="1"/>
          </p:cNvGraphicFramePr>
          <p:nvPr/>
        </p:nvGraphicFramePr>
        <p:xfrm>
          <a:off x="0" y="793676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7D06C4-39E1-191E-B6AD-0CE5F17BE866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36365"/>
          <a:ext cx="9239483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6106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lingkup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addendum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tanpa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justifikasi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teknis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jelas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Menyusun </a:t>
                      </a:r>
                      <a:r>
                        <a:rPr lang="en-US" sz="1600" dirty="0" err="1"/>
                        <a:t>justifikasi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teknis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sebelum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menyetujui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Contract Change Order</a:t>
                      </a:r>
                      <a:r>
                        <a:rPr lang="en-US" sz="1600" dirty="0"/>
                        <a:t> (CCO)</a:t>
                      </a:r>
                    </a:p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Melibatkan</a:t>
                      </a:r>
                      <a:r>
                        <a:rPr lang="en-US" sz="1600" dirty="0"/>
                        <a:t> Lini </a:t>
                      </a:r>
                      <a:r>
                        <a:rPr lang="en-US" sz="1600" dirty="0" err="1"/>
                        <a:t>Kedua</a:t>
                      </a:r>
                      <a:r>
                        <a:rPr lang="en-US" sz="1600" dirty="0"/>
                        <a:t> dan Lini </a:t>
                      </a:r>
                      <a:r>
                        <a:rPr lang="en-US" sz="1600" dirty="0" err="1"/>
                        <a:t>Ketiga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advise addendum </a:t>
                      </a:r>
                      <a:r>
                        <a:rPr lang="en-US" sz="1600" dirty="0"/>
                        <a:t>yang </a:t>
                      </a:r>
                      <a:r>
                        <a:rPr lang="en-US" sz="1600" dirty="0" err="1"/>
                        <a:t>bersifat</a:t>
                      </a:r>
                      <a:r>
                        <a:rPr lang="en-US" sz="1600" dirty="0"/>
                        <a:t> material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mengubah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nilai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261062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26106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dibuat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setelah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tanggal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</a:rPr>
                        <a:t>back-date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Reviu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memastikan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semua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dokumentasi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addendum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sudah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diselesaikan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sebelum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dilaksanakan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261062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5.b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Membuat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check list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kelengkapan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persyaratan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261062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b="1" dirty="0">
                          <a:solidFill>
                            <a:schemeClr val="tx1"/>
                          </a:solidFill>
                        </a:rPr>
                        <a:t>Kesalahan administrasi, misalnya tandatangan dilakukan oleh pihak yang tidak berwenang atau keterlambatan penandatanganan kontrak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6.a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Adanya </a:t>
                      </a:r>
                      <a:r>
                        <a:rPr lang="en-US" sz="1600" dirty="0" err="1"/>
                        <a:t>reviu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pembuatan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strike="noStrike" dirty="0"/>
                        <a:t>check list </a:t>
                      </a:r>
                      <a:r>
                        <a:rPr lang="en-US" sz="1600" dirty="0" err="1"/>
                        <a:t>kelengkapan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administrasi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sebelum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pelaksanaan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6.b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reviu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memastikan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adanya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otorisasi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sah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atas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penandatanganan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270217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385550"/>
                  </a:ext>
                </a:extLst>
              </a:tr>
              <a:tr h="261062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18970CE-2428-0F0D-B827-D6BA78F41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DCE8EE-76AE-E0E8-A10C-F581EA7690F9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B002B-20FC-4BFA-E1F2-AE7D43E129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297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3DAA-36F7-A0EE-6F06-EB330216B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53A6-564C-7C59-A472-86D31D53C02C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PELAKSANAAN/PENGENDALIAN KONTRAK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611CD5-AF64-B0E4-B32F-745F41778B2C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CBDCCA-8672-D199-ED7D-9ED269DB99CC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4544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kepada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7.a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0" dirty="0" err="1"/>
                        <a:t>Memastikan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alokasi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anggaran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tersedia</a:t>
                      </a:r>
                      <a:r>
                        <a:rPr lang="en-US" sz="1600" b="0" dirty="0"/>
                        <a:t>, </a:t>
                      </a:r>
                      <a:r>
                        <a:rPr lang="en-US" sz="1600" b="0" dirty="0" err="1"/>
                        <a:t>kelengkapan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dokumen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pembayaran</a:t>
                      </a:r>
                      <a:r>
                        <a:rPr lang="en-US" sz="1600" b="0" dirty="0"/>
                        <a:t>, dan </a:t>
                      </a:r>
                      <a:r>
                        <a:rPr lang="en-US" sz="1600" b="0" dirty="0" err="1"/>
                        <a:t>digitalisasi</a:t>
                      </a:r>
                      <a:r>
                        <a:rPr lang="en-US" sz="1600" b="0" dirty="0"/>
                        <a:t> proses </a:t>
                      </a:r>
                      <a:r>
                        <a:rPr lang="en-US" sz="1600" b="0" dirty="0" err="1"/>
                        <a:t>verifikasi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tagihan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7.b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Mendorong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penyedia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mempercepat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penyiapan</a:t>
                      </a:r>
                      <a:r>
                        <a:rPr lang="en-US" sz="1600" dirty="0"/>
                        <a:t> data </a:t>
                      </a:r>
                      <a:r>
                        <a:rPr lang="en-US" sz="1600" dirty="0" err="1"/>
                        <a:t>dukung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dokumen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tagihan</a:t>
                      </a:r>
                      <a:r>
                        <a:rPr lang="en-US" sz="1600" dirty="0"/>
                        <a:t>/BAST </a:t>
                      </a:r>
                      <a:r>
                        <a:rPr lang="en-US" sz="1600" dirty="0" err="1"/>
                        <a:t>sesegera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mungkin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setelah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progres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pekerjaan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tercapai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dinyatakan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sah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Data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dukung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akurat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lengkap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8822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8.a.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proses </a:t>
                      </a:r>
                      <a:r>
                        <a:rPr lang="en-US" sz="1600" dirty="0" err="1"/>
                        <a:t>pembayaran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sesuai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dengan</a:t>
                      </a:r>
                      <a:r>
                        <a:rPr lang="en-US" sz="1600" dirty="0"/>
                        <a:t> SOP </a:t>
                      </a:r>
                      <a:r>
                        <a:rPr lang="en-US" sz="1600" dirty="0" err="1"/>
                        <a:t>Pembayaran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kepada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Penyedia</a:t>
                      </a:r>
                      <a:r>
                        <a:rPr lang="en-US" sz="160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45434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 8.b.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Verifikasi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validasi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data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dukung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dilakukan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berjenjang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93162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51137"/>
                  </a:ext>
                </a:extLst>
              </a:tr>
              <a:tr h="317948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899813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5249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0425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F74B475-0B9F-E5BD-B1F3-48DCD19AD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395DC0-79BA-E393-AD34-BCA71643F6AA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E062C-D711-0ABA-3DCE-28637AEC6A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3256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4A7E4-B28C-8E30-105D-93369007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3B7E-F718-6D37-9F8D-3F118286A29B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PELAKSANAAN/PENGENDALIAN KONTRAK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98465D-2473-7E18-5FA5-E8D903A9B2F4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010533-32C5-B9DD-3B3A-5B822745AE98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56728"/>
          <a:ext cx="9239483" cy="530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Laporan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Progres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Fiktif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128624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Melakukan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cek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fisik</a:t>
                      </a:r>
                      <a:r>
                        <a:rPr lang="en-US" sz="1400" dirty="0"/>
                        <a:t> (</a:t>
                      </a:r>
                      <a:r>
                        <a:rPr lang="en-US" sz="1400" i="1" dirty="0" err="1"/>
                        <a:t>opname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lapangan</a:t>
                      </a:r>
                      <a:r>
                        <a:rPr lang="en-US" sz="1400" dirty="0"/>
                        <a:t>)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mendadak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tidak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hanya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mengandalkan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laporan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tertulis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Penyedia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Melibatkan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pengawas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dalam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memverifikasi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hasil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pekerjaan</a:t>
                      </a:r>
                      <a:r>
                        <a:rPr lang="en-US" sz="1400" dirty="0"/>
                        <a:t> 100% </a:t>
                      </a:r>
                      <a:r>
                        <a:rPr lang="en-US" sz="1400" dirty="0" err="1"/>
                        <a:t>sebelum</a:t>
                      </a:r>
                      <a:r>
                        <a:rPr lang="en-US" sz="1400" dirty="0"/>
                        <a:t> Berita Acara Serah </a:t>
                      </a:r>
                      <a:r>
                        <a:rPr lang="en-US" sz="1400" dirty="0" err="1"/>
                        <a:t>Terima</a:t>
                      </a:r>
                      <a:r>
                        <a:rPr lang="en-US" sz="1400" dirty="0"/>
                        <a:t> (BAST) </a:t>
                      </a:r>
                      <a:r>
                        <a:rPr lang="en-US" sz="1400" dirty="0" err="1"/>
                        <a:t>ditandatangani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Substitusi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barang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kualitas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lebih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rendah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400" b="1" i="1" dirty="0">
                          <a:solidFill>
                            <a:schemeClr val="tx1"/>
                          </a:solidFill>
                        </a:rPr>
                        <a:t>Downgrade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) yang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disengaja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dibiarkan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Inspeksi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acak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lokasi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pelaksanaan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Pemantuan</a:t>
                      </a:r>
                      <a:r>
                        <a:rPr lang="en-US" sz="1400" dirty="0"/>
                        <a:t> masa </a:t>
                      </a:r>
                      <a:r>
                        <a:rPr lang="en-US" sz="1400" dirty="0" err="1"/>
                        <a:t>retensi</a:t>
                      </a:r>
                      <a:r>
                        <a:rPr lang="en-US" sz="1400" dirty="0"/>
                        <a:t> (</a:t>
                      </a:r>
                      <a:r>
                        <a:rPr lang="en-US" sz="1400" dirty="0" err="1"/>
                        <a:t>pemeliharaan</a:t>
                      </a:r>
                      <a:r>
                        <a:rPr lang="en-US" sz="1400" dirty="0"/>
                        <a:t>) yang </a:t>
                      </a:r>
                      <a:r>
                        <a:rPr lang="en-US" sz="1400" dirty="0" err="1"/>
                        <a:t>ketat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serta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memastikan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keabsahan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Jaminan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Pemeliharaan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dari</a:t>
                      </a:r>
                      <a:r>
                        <a:rPr lang="en-US" sz="1400" dirty="0"/>
                        <a:t> Bank/Asuransi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Penyuapan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Gratifikasi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Pemerasan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Internalisasi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Pakta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Integritas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Optimalisasi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saluran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pengaduan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pelanggaran</a:t>
                      </a:r>
                      <a:r>
                        <a:rPr lang="en-US" sz="1400" dirty="0"/>
                        <a:t> (</a:t>
                      </a:r>
                      <a:r>
                        <a:rPr lang="en-US" sz="1400" i="1" dirty="0"/>
                        <a:t>Whistleblowing System</a:t>
                      </a:r>
                      <a:r>
                        <a:rPr lang="en-US" sz="14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Anomali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saat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harga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naik (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kenaikan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harga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ke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tertentu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penunjukan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jasa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berulang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produk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baru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tayang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pertama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kali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tampil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langsung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berkontrak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kecepatan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persetujuan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pertama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kali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dibuat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langsung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berkontrak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Penerapan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prinsip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kehati-hatian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E-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Katalog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Surat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Edaran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Kepala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strike="noStrike" dirty="0" err="1">
                          <a:solidFill>
                            <a:schemeClr val="tx1"/>
                          </a:solidFill>
                        </a:rPr>
                        <a:t>Otorita</a:t>
                      </a:r>
                      <a:r>
                        <a:rPr lang="en-US" sz="1400" strike="noStrike" dirty="0">
                          <a:solidFill>
                            <a:schemeClr val="tx1"/>
                          </a:solidFill>
                        </a:rPr>
                        <a:t> IKN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79033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180505-EABF-CB6C-44BE-2A2D60D2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4C6EBE-3186-7FE6-386F-EADD4326D253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012B2-B683-8857-CCDB-57307DD4C9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5262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6CC3E-940C-CBD5-9477-2C587304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33B9-2109-5C1C-6AFE-FBAC50715FBA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PELAKSANAAN/PENGENDALIAN KONTRAK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3A36C9-E90B-F117-30CB-1F4F7299C0B1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C9497E-AED9-3046-1A3E-8F6D48CF5A77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36365"/>
          <a:ext cx="9239483" cy="4937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2167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Addendum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menguntungkan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pihak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tertentu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merugikan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negara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425431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5.a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Menyusun </a:t>
                      </a:r>
                      <a:r>
                        <a:rPr lang="en-US" sz="1400" dirty="0" err="1"/>
                        <a:t>justifikasi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teknis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sebelum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menyetujui</a:t>
                      </a:r>
                      <a:r>
                        <a:rPr lang="en-US" sz="1400" dirty="0"/>
                        <a:t> </a:t>
                      </a:r>
                      <a:r>
                        <a:rPr lang="en-US" sz="1400" i="1" dirty="0"/>
                        <a:t>Contract Change Order</a:t>
                      </a:r>
                      <a:r>
                        <a:rPr lang="en-US" sz="1400" dirty="0"/>
                        <a:t> (CCO)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789571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5.b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Melibatkan</a:t>
                      </a:r>
                      <a:r>
                        <a:rPr lang="en-US" sz="1400" dirty="0"/>
                        <a:t> Lini </a:t>
                      </a:r>
                      <a:r>
                        <a:rPr lang="en-US" sz="1400" dirty="0" err="1"/>
                        <a:t>Kedua</a:t>
                      </a:r>
                      <a:r>
                        <a:rPr lang="en-US" sz="1400" dirty="0"/>
                        <a:t> dan Lini </a:t>
                      </a:r>
                      <a:r>
                        <a:rPr lang="en-US" sz="1400" dirty="0" err="1"/>
                        <a:t>Ketiga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untuk</a:t>
                      </a:r>
                      <a:r>
                        <a:rPr lang="en-US" sz="1400" dirty="0"/>
                        <a:t> </a:t>
                      </a:r>
                      <a:r>
                        <a:rPr lang="en-US" sz="1400" i="1" dirty="0"/>
                        <a:t>advise addendum </a:t>
                      </a:r>
                      <a:r>
                        <a:rPr lang="en-US" sz="1400" dirty="0"/>
                        <a:t>yang </a:t>
                      </a:r>
                      <a:r>
                        <a:rPr lang="en-US" sz="1400" dirty="0" err="1"/>
                        <a:t>bersifat</a:t>
                      </a:r>
                      <a:r>
                        <a:rPr lang="en-US" sz="1400" dirty="0"/>
                        <a:t> material </a:t>
                      </a:r>
                      <a:r>
                        <a:rPr lang="en-US" sz="1400" dirty="0" err="1"/>
                        <a:t>atau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mengubah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nilai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kontrak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321677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32167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400" b="1" dirty="0">
                          <a:solidFill>
                            <a:schemeClr val="tx1"/>
                          </a:solidFill>
                        </a:rPr>
                        <a:t>Terjadinya konflik kepentingan (korupsi, kolusi dan nepotisme)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17323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6.a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Internalisasi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Pakta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Integritas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555624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6.b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Melakukan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pengawasan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berjenjang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21677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2167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Penyuapan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Gratifikasi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Pemerasan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62411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7.a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Internalisasi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Pakta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Integritas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555624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7.b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Optimalisasi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saluran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pengaduan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pelanggaran</a:t>
                      </a:r>
                      <a:r>
                        <a:rPr lang="en-US" sz="1400" dirty="0"/>
                        <a:t> (</a:t>
                      </a:r>
                      <a:r>
                        <a:rPr lang="en-US" sz="1400" i="1" dirty="0"/>
                        <a:t>Whistleblowing System</a:t>
                      </a:r>
                      <a:r>
                        <a:rPr lang="en-US" sz="14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2167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F1857F5-9F6D-3630-A3D1-565246466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8687DD-3071-7256-37A0-60912410A33E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B357-5A59-34D5-38F3-5B8FF61692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9914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751E-525B-1152-8E85-7F2DB8BD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4D66-BE15-0319-8DA5-FB849E35B310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PELAKSANAAN/PENGENDALIAN KONTRAK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53DBEC-3ACD-809B-459E-D0FEB312A416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65F03F-0287-A631-0588-57F45C63B24D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4739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1321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Risiko 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Pemalsuan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transaksi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fiktif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31321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8.a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Pembatasan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akses</a:t>
                      </a:r>
                      <a:r>
                        <a:rPr lang="en-US" sz="1400" dirty="0"/>
                        <a:t> pada </a:t>
                      </a:r>
                      <a:r>
                        <a:rPr lang="en-US" sz="1400" dirty="0" err="1"/>
                        <a:t>pihak</a:t>
                      </a:r>
                      <a:r>
                        <a:rPr lang="en-US" sz="1400" dirty="0"/>
                        <a:t> yang </a:t>
                      </a:r>
                      <a:r>
                        <a:rPr lang="en-US" sz="1400" dirty="0" err="1"/>
                        <a:t>tidak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berwenang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terhadap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dokumen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atau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transaksi</a:t>
                      </a:r>
                      <a:r>
                        <a:rPr lang="en-US" sz="140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41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8.b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Mendorong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prinsip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kehati-hatian</a:t>
                      </a:r>
                      <a:r>
                        <a:rPr lang="en-US" sz="1400" dirty="0"/>
                        <a:t> pada </a:t>
                      </a:r>
                      <a:r>
                        <a:rPr lang="en-US" sz="1400" dirty="0" err="1"/>
                        <a:t>setiap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staf</a:t>
                      </a:r>
                      <a:r>
                        <a:rPr lang="en-US" sz="1400" dirty="0"/>
                        <a:t> yang </a:t>
                      </a:r>
                      <a:r>
                        <a:rPr lang="en-US" sz="1400" dirty="0" err="1"/>
                        <a:t>terlibat</a:t>
                      </a:r>
                      <a:r>
                        <a:rPr lang="en-US" sz="140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31321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31321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Pembayaran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ganda</a:t>
                      </a:r>
                      <a:r>
                        <a:rPr lang="en-US" sz="1400" b="1" dirty="0"/>
                        <a:t> (</a:t>
                      </a:r>
                      <a:r>
                        <a:rPr lang="en-US" sz="1400" b="1" i="1" dirty="0"/>
                        <a:t>double payment</a:t>
                      </a:r>
                      <a:r>
                        <a:rPr lang="en-US" sz="1400" b="1" dirty="0"/>
                        <a:t>)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45363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9.a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Memastikan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dokumen</a:t>
                      </a:r>
                      <a:r>
                        <a:rPr lang="en-US" sz="1400" b="0" dirty="0"/>
                        <a:t> yang </a:t>
                      </a:r>
                      <a:r>
                        <a:rPr lang="en-US" sz="1400" b="0" dirty="0" err="1"/>
                        <a:t>akan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digunakan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untuk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pembayaran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tidak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digunakan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kembali</a:t>
                      </a:r>
                      <a:r>
                        <a:rPr lang="en-US" sz="1400" b="0" dirty="0"/>
                        <a:t> (</a:t>
                      </a:r>
                      <a:r>
                        <a:rPr lang="en-US" sz="1400" b="0" dirty="0" err="1"/>
                        <a:t>dokumen</a:t>
                      </a:r>
                      <a:r>
                        <a:rPr lang="en-US" sz="1400" b="0" dirty="0"/>
                        <a:t> yang </a:t>
                      </a:r>
                      <a:r>
                        <a:rPr lang="en-US" sz="1400" b="0" dirty="0" err="1"/>
                        <a:t>sama</a:t>
                      </a:r>
                      <a:r>
                        <a:rPr lang="en-US" sz="1400" b="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541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9.b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Mendorong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prinsip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kehati-hatian</a:t>
                      </a:r>
                      <a:r>
                        <a:rPr lang="en-US" sz="1400" dirty="0"/>
                        <a:t> pada </a:t>
                      </a:r>
                      <a:r>
                        <a:rPr lang="en-US" sz="1400" dirty="0" err="1"/>
                        <a:t>setiap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staf</a:t>
                      </a:r>
                      <a:r>
                        <a:rPr lang="en-US" sz="1400" dirty="0"/>
                        <a:t> yang </a:t>
                      </a:r>
                      <a:r>
                        <a:rPr lang="en-US" sz="1400" dirty="0" err="1"/>
                        <a:t>terlibat</a:t>
                      </a:r>
                      <a:r>
                        <a:rPr lang="en-US" sz="140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6244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Risiko 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Penagihan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berlebihan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400" b="1" i="1" dirty="0">
                          <a:solidFill>
                            <a:schemeClr val="tx1"/>
                          </a:solidFill>
                        </a:rPr>
                        <a:t>over billing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266091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10.a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Verifikasi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validasi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data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dukung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dilakukan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berjenjang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201"/>
                  </a:ext>
                </a:extLst>
              </a:tr>
              <a:tr h="373886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10.b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Melakukan</a:t>
                      </a:r>
                      <a:r>
                        <a:rPr lang="en-US" sz="1400" dirty="0"/>
                        <a:t> proses </a:t>
                      </a:r>
                      <a:r>
                        <a:rPr lang="en-US" sz="1400" dirty="0" err="1"/>
                        <a:t>pembayaran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sesuai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dengan</a:t>
                      </a:r>
                      <a:r>
                        <a:rPr lang="en-US" sz="1400" dirty="0"/>
                        <a:t> SOP </a:t>
                      </a:r>
                      <a:r>
                        <a:rPr lang="en-US" sz="1400" dirty="0" err="1"/>
                        <a:t>Pembayaran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kepada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Penyedia</a:t>
                      </a:r>
                      <a:r>
                        <a:rPr lang="en-US" sz="140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5410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10.c.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Selain </a:t>
                      </a:r>
                      <a:r>
                        <a:rPr lang="en-US" sz="1400" dirty="0" err="1"/>
                        <a:t>menggunakan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aplikasi</a:t>
                      </a:r>
                      <a:r>
                        <a:rPr lang="en-US" sz="1400" dirty="0"/>
                        <a:t> SAKTI dan juga </a:t>
                      </a:r>
                      <a:r>
                        <a:rPr lang="en-US" sz="1400" dirty="0" err="1"/>
                        <a:t>dilakukan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pencatatan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transaksi</a:t>
                      </a:r>
                      <a:r>
                        <a:rPr lang="en-US" sz="1400" dirty="0"/>
                        <a:t>  dan </a:t>
                      </a:r>
                      <a:r>
                        <a:rPr lang="en-US" sz="1400" dirty="0" err="1"/>
                        <a:t>pemantauan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secara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berkala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00952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E79B6CA-406F-03A6-0A6E-CC4B6022C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4619C5-CBDC-BF83-7CE2-F6015A09A79B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2F838-83DD-F247-45BC-96D7841DAE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156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547B4-D895-E6CD-BDC1-AFCAD567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7510-BAA9-9FA6-A7E2-F3FEA01A9930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SERAH TERIMA HASIL PEKERJAAN</a:t>
            </a:r>
            <a:endParaRPr kumimoji="0" lang="en-US" sz="2000" b="0" i="0" u="none" strike="sng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C909FC-2078-AB35-125C-D7B66D7569CE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06054C-8EE6-EC84-2860-962FFC00F071}"/>
              </a:ext>
            </a:extLst>
          </p:cNvPr>
          <p:cNvGraphicFramePr>
            <a:graphicFrameLocks noGrp="1"/>
          </p:cNvGraphicFramePr>
          <p:nvPr/>
        </p:nvGraphicFramePr>
        <p:xfrm>
          <a:off x="2810107" y="941779"/>
          <a:ext cx="9370220" cy="3065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833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810907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27585">
                <a:tc>
                  <a:txBody>
                    <a:bodyPr/>
                    <a:lstStyle/>
                    <a:p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Keterlambatan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penyelesaian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Deviasi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Negatif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 /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Wanprestasi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565829">
                <a:tc>
                  <a:txBody>
                    <a:bodyPr/>
                    <a:lstStyle/>
                    <a:p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1.a.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monitoring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intensif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berkala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7717"/>
                  </a:ext>
                </a:extLst>
              </a:tr>
              <a:tr h="565829">
                <a:tc>
                  <a:txBody>
                    <a:bodyPr/>
                    <a:lstStyle/>
                    <a:p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Rapat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Pembuktian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/>
                        <a:t>Show Cause Meeting</a:t>
                      </a:r>
                      <a:r>
                        <a:rPr lang="en-US" sz="1600" dirty="0"/>
                        <a:t>/SCM)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berjenjang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pemantauan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kurva</a:t>
                      </a:r>
                      <a:r>
                        <a:rPr lang="en-US" sz="1600" dirty="0"/>
                        <a:t>-S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ketat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65829">
                <a:tc>
                  <a:txBody>
                    <a:bodyPr/>
                    <a:lstStyle/>
                    <a:p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1.c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Pengenaan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denda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keterlambatan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tegas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sesuai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ketentuan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jika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terjadi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keterlambatan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serta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opsi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pemutusan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kontrak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jika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deviasi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sudah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tidak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bisa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dikejar</a:t>
                      </a:r>
                      <a:endParaRPr lang="en-US" sz="1600" b="0" strike="sngStrike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327585"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327585"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79142"/>
                  </a:ext>
                </a:extLst>
              </a:tr>
              <a:tr h="327585"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96516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3948A13-5507-0DEA-9031-8E9F4F2B7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DD9306-6E11-5805-3C29-92DAD78E3F4E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A99CA-A42B-ADF4-8536-1511207BC9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54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F4AAF-4696-D75B-D6E9-CA7289D1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F9D0-A8C4-F9E7-F0EF-9CA2D60FEE07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SERAH TERIMA HASIL PEKERJAAN</a:t>
            </a:r>
            <a:endParaRPr kumimoji="0" lang="en-US" sz="2000" b="0" i="0" u="none" strike="sng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40F74F-E635-54C4-7A94-821A9D864922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DE62D-E5D4-3CE8-D68B-6F57566D4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656999"/>
              </p:ext>
            </p:extLst>
          </p:nvPr>
        </p:nvGraphicFramePr>
        <p:xfrm>
          <a:off x="2864644" y="796813"/>
          <a:ext cx="9239483" cy="5361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Belum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ditandatanganinya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Berita Acara Serah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Terima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Barang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Jasa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melalui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PHO dan FHO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0" dirty="0" err="1"/>
                        <a:t>Membuat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i="1" dirty="0"/>
                        <a:t>check list </a:t>
                      </a:r>
                      <a:r>
                        <a:rPr lang="en-US" sz="1600" b="0" dirty="0"/>
                        <a:t>dan </a:t>
                      </a:r>
                      <a:r>
                        <a:rPr lang="en-US" sz="1600" b="0" dirty="0" err="1"/>
                        <a:t>memastikan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terpenuhinya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dokumen-dokumen</a:t>
                      </a:r>
                      <a:r>
                        <a:rPr lang="en-US" sz="1600" b="0" dirty="0"/>
                        <a:t> di </a:t>
                      </a:r>
                      <a:r>
                        <a:rPr lang="en-US" sz="1600" b="0" dirty="0" err="1"/>
                        <a:t>dalam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i="1" dirty="0"/>
                        <a:t>check list </a:t>
                      </a:r>
                      <a:r>
                        <a:rPr lang="en-US" sz="1600" b="0" dirty="0" err="1"/>
                        <a:t>sebelum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dilakukan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penandatanganan</a:t>
                      </a:r>
                      <a:r>
                        <a:rPr lang="en-US" sz="1600" b="0" dirty="0"/>
                        <a:t> BAST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Mendorong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percepatan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kelengkapan</a:t>
                      </a:r>
                      <a:r>
                        <a:rPr lang="en-US" sz="1600" b="0" dirty="0"/>
                        <a:t> yang </a:t>
                      </a:r>
                      <a:r>
                        <a:rPr lang="en-US" sz="1600" b="0" dirty="0" err="1"/>
                        <a:t>tercantum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dalam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i="1" dirty="0"/>
                        <a:t>check list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BAST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dibuat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setelah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barang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jasa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digunakan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</a:rPr>
                        <a:t>back-date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8822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agar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dilaksanakan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jadwal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telah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ditetapkan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45434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Melakukan</a:t>
                      </a:r>
                      <a:r>
                        <a:rPr lang="en-US" sz="1600" b="0" dirty="0"/>
                        <a:t> monitoring </a:t>
                      </a:r>
                      <a:r>
                        <a:rPr lang="en-US" sz="1600" b="0" dirty="0" err="1"/>
                        <a:t>secara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berjenjang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untuk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memastikan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bahwa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pekerjaan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dilaksanakan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sesuai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jadwal</a:t>
                      </a:r>
                      <a:r>
                        <a:rPr lang="en-US" sz="1600" b="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93162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51137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BAST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tanpa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pemeriksaan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lapangan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memadai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misalnya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progres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belum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100%)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899813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Segera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inventarisasi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fisik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pengecekan</a:t>
                      </a:r>
                      <a:r>
                        <a:rPr lang="en-US" sz="1600" i="1" dirty="0"/>
                        <a:t> defect</a:t>
                      </a:r>
                    </a:p>
                    <a:p>
                      <a:endParaRPr lang="en-US" sz="1600" i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5249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strike="noStrike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/>
                        <a:t>Melakukan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i="1" strike="noStrike" dirty="0"/>
                        <a:t>monitoring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secara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berjenjang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untuk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memastikan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bahwa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pekerjaan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dilaksanakan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sesuai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jadwal</a:t>
                      </a:r>
                      <a:r>
                        <a:rPr lang="en-US" sz="1600" b="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0425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FDAFC8E-A52D-2179-D2EE-48BF1379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8A2472-2A76-C54C-810E-F1B7441EF386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00C40-B5E7-28E8-73A0-88D134CFBC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2730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F79E-5BC0-63C6-0115-4E1B3033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FEC6-7129-8A22-4A4F-0246F2486944}"/>
              </a:ext>
            </a:extLst>
          </p:cNvPr>
          <p:cNvSpPr txBox="1">
            <a:spLocks/>
          </p:cNvSpPr>
          <p:nvPr/>
        </p:nvSpPr>
        <p:spPr>
          <a:xfrm>
            <a:off x="0" y="65088"/>
            <a:ext cx="12104127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SERAH TERIMA HASIL PEKERJAAN</a:t>
            </a:r>
            <a:endParaRPr kumimoji="0" lang="en-US" sz="2000" b="0" i="0" u="none" strike="sng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00FE11-D13C-C5BB-F4C0-8B35B229B608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50467B-275D-C41E-2508-700B5A398D8D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4616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Pemalsuan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BAST</a:t>
                      </a:r>
                      <a:endParaRPr 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Pengawasan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berkala</a:t>
                      </a:r>
                      <a:r>
                        <a:rPr lang="en-US" sz="1600" dirty="0"/>
                        <a:t> oleh Lini </a:t>
                      </a:r>
                      <a:r>
                        <a:rPr lang="en-US" sz="1600" dirty="0" err="1"/>
                        <a:t>Kedua</a:t>
                      </a:r>
                      <a:r>
                        <a:rPr lang="en-US" sz="1600" dirty="0"/>
                        <a:t> dan Lini </a:t>
                      </a:r>
                      <a:r>
                        <a:rPr lang="en-US" sz="1600" dirty="0" err="1"/>
                        <a:t>Ketiga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Pemisahan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tugas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fungsi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tidak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boleh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tumpang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tindih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rangkap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jabatan</a:t>
                      </a:r>
                      <a:r>
                        <a:rPr lang="en-US" sz="16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BAST </a:t>
                      </a:r>
                      <a:r>
                        <a:rPr lang="en-US" sz="1600" b="1" dirty="0" err="1"/>
                        <a:t>tanpa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pemeriksaan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fisik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Melakukan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serah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terima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sesuai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dengan</a:t>
                      </a:r>
                      <a:r>
                        <a:rPr lang="en-US" sz="1600" b="0" dirty="0"/>
                        <a:t> SOP Serah </a:t>
                      </a:r>
                      <a:r>
                        <a:rPr lang="en-US" sz="1600" b="0" dirty="0" err="1"/>
                        <a:t>Terima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 err="1"/>
                        <a:t>Pekerjaan</a:t>
                      </a:r>
                      <a:r>
                        <a:rPr lang="en-US" sz="1600" b="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Pemisahan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tugas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fungsi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tidak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boleh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tumpang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tindih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rangkap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jabatan</a:t>
                      </a:r>
                      <a:r>
                        <a:rPr lang="en-US" sz="16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Pembuatan</a:t>
                      </a:r>
                      <a:r>
                        <a:rPr lang="en-US" sz="1600" dirty="0"/>
                        <a:t> Surat </a:t>
                      </a:r>
                      <a:r>
                        <a:rPr lang="en-US" sz="1600" dirty="0" err="1"/>
                        <a:t>Tugas</a:t>
                      </a:r>
                      <a:r>
                        <a:rPr lang="en-US" sz="1600" dirty="0"/>
                        <a:t> Tim </a:t>
                      </a:r>
                      <a:r>
                        <a:rPr lang="en-US" sz="1600" dirty="0" err="1"/>
                        <a:t>Pemeriksa</a:t>
                      </a:r>
                      <a:r>
                        <a:rPr lang="en-US" sz="1600" dirty="0"/>
                        <a:t> Serah </a:t>
                      </a:r>
                      <a:r>
                        <a:rPr lang="en-US" sz="1600" dirty="0" err="1"/>
                        <a:t>Terima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Pekerjaan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tidak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rangkap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jabatan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saling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silang</a:t>
                      </a:r>
                      <a:r>
                        <a:rPr lang="en-US" sz="1600" dirty="0"/>
                        <a:t>)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996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Suap</a:t>
                      </a:r>
                      <a:r>
                        <a:rPr lang="en-US" sz="1600" b="1" dirty="0"/>
                        <a:t> dan/</a:t>
                      </a:r>
                      <a:r>
                        <a:rPr lang="en-US" sz="1600" b="1" dirty="0" err="1"/>
                        <a:t>atau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persekongkolan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dengan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penyedia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8821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Mewajibkan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dirty="0" err="1"/>
                        <a:t>penandatanganan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Pakta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Integritas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Deklarasi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Benturan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Kepentingan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(Conflict of Interest)</a:t>
                      </a:r>
                      <a:r>
                        <a:rPr lang="en-US" sz="160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74109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Menyalurkan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pengaduan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dari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masyarakat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mengarahkannya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saluran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resmi</a:t>
                      </a:r>
                      <a:r>
                        <a:rPr lang="en-US" sz="1600" dirty="0"/>
                        <a:t> OIKN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6364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22647C5-04D9-9E6C-7906-1DBFB3AEE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0931" cy="634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5B5E08-E26C-322A-37A4-28FA2DF3BC83}"/>
              </a:ext>
            </a:extLst>
          </p:cNvPr>
          <p:cNvSpPr txBox="1"/>
          <p:nvPr/>
        </p:nvSpPr>
        <p:spPr>
          <a:xfrm>
            <a:off x="0" y="135571"/>
            <a:ext cx="167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PPK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397CD-B6A1-F978-4CE9-DFFA16206A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4534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00EF0-71A1-E5FA-97AF-5DB01145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B5FE-D978-8E85-7665-97AAA570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9125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CONTOH RISIKO DAN MITIGASINYA UNTUK LINI PERTAMA PENYELENGGARAAN ANGGARAN OIKN</a:t>
            </a:r>
            <a:b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6F5BD-1F67-EE13-876F-E6C920382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929743"/>
            <a:ext cx="12192000" cy="2247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POKJA</a:t>
            </a:r>
          </a:p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SEBAGAI LINI PERTAMA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BCA6F-AE56-6B4A-C7AC-725286E5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0379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D0306-6A23-6D02-A161-5FA91EB9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0EA1-CAE0-105A-8108-8E490E13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242760"/>
            <a:ext cx="12191999" cy="801110"/>
          </a:xfrm>
        </p:spPr>
        <p:txBody>
          <a:bodyPr>
            <a:normAutofit fontScale="90000"/>
          </a:bodyPr>
          <a:lstStyle/>
          <a:p>
            <a:pPr algn="ctr"/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2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PEMILIK RISIKO : POKJA PEMILIHAN </a:t>
            </a:r>
            <a:br>
              <a:rPr lang="fi-FI" sz="22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2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DATA UMUM</a:t>
            </a:r>
            <a:br>
              <a:rPr lang="fi-FI" sz="16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endParaRPr lang="en-US" sz="18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D04822-D09B-E307-870E-47FC5FF7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7BB6DD-766C-7F07-2152-02C94FF7F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717855"/>
              </p:ext>
            </p:extLst>
          </p:nvPr>
        </p:nvGraphicFramePr>
        <p:xfrm>
          <a:off x="0" y="646771"/>
          <a:ext cx="12192000" cy="6536899"/>
        </p:xfrm>
        <a:graphic>
          <a:graphicData uri="http://schemas.openxmlformats.org/drawingml/2006/table">
            <a:tbl>
              <a:tblPr firstRow="1" bandRow="1"/>
              <a:tblGrid>
                <a:gridCol w="2775099">
                  <a:extLst>
                    <a:ext uri="{9D8B030D-6E8A-4147-A177-3AD203B41FA5}">
                      <a16:colId xmlns:a16="http://schemas.microsoft.com/office/drawing/2014/main" val="1195566454"/>
                    </a:ext>
                  </a:extLst>
                </a:gridCol>
                <a:gridCol w="9416901">
                  <a:extLst>
                    <a:ext uri="{9D8B030D-6E8A-4147-A177-3AD203B41FA5}">
                      <a16:colId xmlns:a16="http://schemas.microsoft.com/office/drawing/2014/main" val="386863795"/>
                    </a:ext>
                  </a:extLst>
                </a:gridCol>
              </a:tblGrid>
              <a:tr h="4348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8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Tujuan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800" b="0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Memastikan pelaksanaan anggaran dilaksanakan secara taat azas dan risiko signifikan teridentifikasi.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57086"/>
                  </a:ext>
                </a:extLst>
              </a:tr>
              <a:tr h="58968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8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8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8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besar</a:t>
                      </a:r>
                      <a:r>
                        <a:rPr lang="en-US" sz="18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endParaRPr lang="en-US" sz="18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I.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(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mohon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jenis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II. Besar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Rp …………. (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harap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besar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III. Target : ............ (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mohon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capaian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akhir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IV. Data POKJA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Jabatan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POKJA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Nomor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tanggal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SK POKJA : …………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307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9088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876A5-3104-9252-6C67-BA2B96AD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A2ED-E2FB-333A-4124-9556F47AE304}"/>
              </a:ext>
            </a:extLst>
          </p:cNvPr>
          <p:cNvSpPr txBox="1">
            <a:spLocks/>
          </p:cNvSpPr>
          <p:nvPr/>
        </p:nvSpPr>
        <p:spPr>
          <a:xfrm>
            <a:off x="1700931" y="65088"/>
            <a:ext cx="10403196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PERSIAPAN PEMILIHAN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79C874-C49C-2CC0-B195-CFC59FA55D2E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6214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62149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77CF5E3-7F00-F0F7-474E-1FF6C7061361}"/>
              </a:ext>
            </a:extLst>
          </p:cNvPr>
          <p:cNvSpPr/>
          <p:nvPr/>
        </p:nvSpPr>
        <p:spPr>
          <a:xfrm>
            <a:off x="0" y="13326"/>
            <a:ext cx="1700931" cy="6340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D30A1-5EFB-48AA-1D6E-202F1A8423B6}"/>
              </a:ext>
            </a:extLst>
          </p:cNvPr>
          <p:cNvSpPr txBox="1"/>
          <p:nvPr/>
        </p:nvSpPr>
        <p:spPr>
          <a:xfrm>
            <a:off x="0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E13A7-5375-2337-723C-2FFF48C08A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90CC55-291C-9766-6590-E79B53B417C4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Teknis/KAK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jelas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1600" dirty="0"/>
                        <a:t>Melakukan reviu terhadap Spesifikasi Teknis/KAK oleh Tim Ahli/Tim Teknis sebelum dimulainya proses pemilihan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Menyelenggarakan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Bimbingan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Teknis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terhadap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PPK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dalam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penyusunan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Spesifikasi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Teknis/KAK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Pengumuman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terbatas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kurang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transparan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Menggunakan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sarana</a:t>
                      </a:r>
                      <a:r>
                        <a:rPr lang="en-US" sz="1600" dirty="0"/>
                        <a:t> digital dan </a:t>
                      </a:r>
                      <a:r>
                        <a:rPr lang="en-US" sz="1600" dirty="0" err="1"/>
                        <a:t>terpublikasi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umum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Menetapkan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standar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durasi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waktu</a:t>
                      </a:r>
                      <a:r>
                        <a:rPr lang="en-US" sz="1600" dirty="0"/>
                        <a:t> minimal </a:t>
                      </a:r>
                      <a:r>
                        <a:rPr lang="en-US" sz="1600" dirty="0" err="1"/>
                        <a:t>pengumuman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sesuai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dengan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ketentuan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perundang-undangan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berlaku</a:t>
                      </a:r>
                      <a:r>
                        <a:rPr lang="en-US" sz="1600" dirty="0"/>
                        <a:t> agar </a:t>
                      </a:r>
                      <a:r>
                        <a:rPr lang="en-US" sz="1600" dirty="0" err="1"/>
                        <a:t>memberikan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kesempatan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luas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bagi</a:t>
                      </a:r>
                      <a:r>
                        <a:rPr lang="en-US" sz="1600" dirty="0"/>
                        <a:t> para </a:t>
                      </a:r>
                      <a:r>
                        <a:rPr lang="en-US" sz="1600" dirty="0" err="1"/>
                        <a:t>pelaku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usaha</a:t>
                      </a:r>
                      <a:r>
                        <a:rPr lang="en-US" sz="1600" dirty="0"/>
                        <a:t>.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206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174B0-CE4D-C417-D881-A7DD65F53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8D13-00E6-6202-DF76-9E99462AB559}"/>
              </a:ext>
            </a:extLst>
          </p:cNvPr>
          <p:cNvSpPr txBox="1">
            <a:spLocks/>
          </p:cNvSpPr>
          <p:nvPr/>
        </p:nvSpPr>
        <p:spPr>
          <a:xfrm>
            <a:off x="1725318" y="65088"/>
            <a:ext cx="10378809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PERSIAPAN PEMILIHAN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EE7314-ADAA-5161-68A2-CEAE494F72F1}"/>
              </a:ext>
            </a:extLst>
          </p:cNvPr>
          <p:cNvGraphicFramePr>
            <a:graphicFrameLocks noGrp="1"/>
          </p:cNvGraphicFramePr>
          <p:nvPr/>
        </p:nvGraphicFramePr>
        <p:xfrm>
          <a:off x="0" y="723512"/>
          <a:ext cx="12192001" cy="612116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121161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0CA51C-488A-BE25-11D3-88B5ED28925F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5995"/>
          <a:ext cx="9239483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Pengumuman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jadwal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dibuat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waktu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singkat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Mensosialisasikan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SOP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mengenai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jadwal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Peraturan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LKPP No 12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Tahun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2021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tentang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pedoman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PBJ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melalui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sz="1600" b="1" dirty="0">
                          <a:solidFill>
                            <a:schemeClr val="tx1"/>
                          </a:solidFill>
                        </a:rPr>
                        <a:t>Kesalahan dalam penetapan metode pemilihan Penyedia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verifikasi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kesesuaian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metode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nilai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kompleksitas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paket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pekerjaan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Melakukan peningkatan kompetensi PPK/Pokja terkait regulasi PBJ.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Melakukan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reviu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berjenjang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dalam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penetapan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metode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934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EB8AD3B-C6D7-CA59-9347-CF44AD626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5318" cy="658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E22537-1BE5-C6CB-CBDC-67DB8CD3B2D1}"/>
              </a:ext>
            </a:extLst>
          </p:cNvPr>
          <p:cNvSpPr txBox="1"/>
          <p:nvPr/>
        </p:nvSpPr>
        <p:spPr>
          <a:xfrm>
            <a:off x="0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F36DC-4205-BD2A-E456-79EC0F136D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0044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6734A-374F-7BC9-70FB-46AB18DD9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624F5-BCA3-8207-CB46-E5B1D943FE92}"/>
              </a:ext>
            </a:extLst>
          </p:cNvPr>
          <p:cNvSpPr txBox="1">
            <a:spLocks/>
          </p:cNvSpPr>
          <p:nvPr/>
        </p:nvSpPr>
        <p:spPr>
          <a:xfrm>
            <a:off x="1725318" y="65088"/>
            <a:ext cx="10378809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PERSIAPAN PEMILIHAN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6B2103-4F2F-42A8-8261-6E04D9EB2596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6214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62149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59BBF8-1668-1DC1-32B8-56AE1CC0CA89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3998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Memberikan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informasi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DED dan KAK (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Persiapan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kepada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calon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tertentu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Menandatangani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Pakta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Integritas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melaksanakannya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konsisten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0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Menyalurkan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pengaduan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dari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masyarakat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mengarahkannya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saluran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resmi</a:t>
                      </a:r>
                      <a:r>
                        <a:rPr lang="en-US" sz="1600" dirty="0"/>
                        <a:t> OIKN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Kebocoran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Informasi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Persyaratan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Memberikan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akses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terbatas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setiap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dokumen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direviu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dalam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persiapan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pengadaan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Menyalurkan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pengaduan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dari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masyarakat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mengarahkannya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saluran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resmi</a:t>
                      </a:r>
                      <a:r>
                        <a:rPr lang="en-US" sz="1600" dirty="0"/>
                        <a:t> OIKN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Pemalsuan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pendukung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kualifikasi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oleh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nb-NO" sz="1600" dirty="0">
                          <a:solidFill>
                            <a:schemeClr val="tx1"/>
                          </a:solidFill>
                        </a:rPr>
                        <a:t>Mewajibkan konfirmasi/klarifikasi keabsahan dokumen untuk dokumen krusial.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2390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740A68E-A61A-E0FE-8CE5-E1387E77A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5318" cy="658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632336-B8A5-DDFB-5B41-42D79555FB17}"/>
              </a:ext>
            </a:extLst>
          </p:cNvPr>
          <p:cNvSpPr txBox="1"/>
          <p:nvPr/>
        </p:nvSpPr>
        <p:spPr>
          <a:xfrm>
            <a:off x="0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B90B5-0CD1-875B-ED76-1EACCB7CC0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8912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F52C7-F059-6D50-EA59-9EF736BF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E5B19-1257-9040-01CA-112E2589E633}"/>
              </a:ext>
            </a:extLst>
          </p:cNvPr>
          <p:cNvSpPr txBox="1">
            <a:spLocks/>
          </p:cNvSpPr>
          <p:nvPr/>
        </p:nvSpPr>
        <p:spPr>
          <a:xfrm>
            <a:off x="1700931" y="65088"/>
            <a:ext cx="10403196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PEMILIHAN PENYEDIA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64DED7-7CDE-C590-75B3-54C60A89342A}"/>
              </a:ext>
            </a:extLst>
          </p:cNvPr>
          <p:cNvGraphicFramePr>
            <a:graphicFrameLocks noGrp="1"/>
          </p:cNvGraphicFramePr>
          <p:nvPr/>
        </p:nvGraphicFramePr>
        <p:xfrm>
          <a:off x="-1" y="823039"/>
          <a:ext cx="12192001" cy="602163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2163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US" sz="1500" b="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02D040B-1D45-8DA3-ACD0-4F07167A77B1}"/>
              </a:ext>
            </a:extLst>
          </p:cNvPr>
          <p:cNvSpPr/>
          <p:nvPr/>
        </p:nvSpPr>
        <p:spPr>
          <a:xfrm>
            <a:off x="0" y="13326"/>
            <a:ext cx="1700931" cy="6340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59D32B-99FE-9461-DB2C-D907F61464D2}"/>
              </a:ext>
            </a:extLst>
          </p:cNvPr>
          <p:cNvSpPr txBox="1"/>
          <p:nvPr/>
        </p:nvSpPr>
        <p:spPr>
          <a:xfrm>
            <a:off x="0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965D7-9E10-51B6-90D3-864C2FAF05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384339-6068-3F6F-3903-A7F6B08FF8B5}"/>
              </a:ext>
            </a:extLst>
          </p:cNvPr>
          <p:cNvGraphicFramePr>
            <a:graphicFrameLocks noGrp="1"/>
          </p:cNvGraphicFramePr>
          <p:nvPr/>
        </p:nvGraphicFramePr>
        <p:xfrm>
          <a:off x="2875411" y="934659"/>
          <a:ext cx="908374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435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599034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27632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lengkap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27632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Siapkan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</a:rPr>
                        <a:t>checklist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kelengkapan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sebagai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pegangan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pokja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27632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614432"/>
                  </a:ext>
                </a:extLst>
              </a:tr>
              <a:tr h="27632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2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Lamanya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durasi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53462"/>
                  </a:ext>
                </a:extLst>
              </a:tr>
              <a:tr h="47729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2.a.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Menyusun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jadwal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proses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yang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selaras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target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penyerapan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endParaRPr lang="en-US" sz="1600" b="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092932"/>
                  </a:ext>
                </a:extLst>
              </a:tr>
              <a:tr h="47729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2.b.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monitoring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proges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pelaksanaan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rutin agar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target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penyerapan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2904"/>
                  </a:ext>
                </a:extLst>
              </a:tr>
              <a:tr h="27632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Berkoordinasi</a:t>
                      </a:r>
                      <a:r>
                        <a:rPr lang="en-US" sz="1600" b="0" strike="noStrike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lang="en-US" sz="1600" b="0" strike="noStrike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THD </a:t>
                      </a:r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lang="en-US" sz="1600" b="0" strike="noStrike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membangun</a:t>
                      </a:r>
                      <a:r>
                        <a:rPr lang="en-US" sz="1600" b="0" strike="noStrike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sistem</a:t>
                      </a:r>
                      <a:r>
                        <a:rPr lang="en-US" sz="1600" b="0" strike="noStrike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informasi</a:t>
                      </a:r>
                      <a:r>
                        <a:rPr lang="en-US" sz="1600" b="0" strike="noStrike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database </a:t>
                      </a:r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lang="en-US" sz="1600" b="0" strike="noStrike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barang</a:t>
                      </a:r>
                      <a:r>
                        <a:rPr lang="en-US" sz="1600" b="0" strike="noStrike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  <a:r>
                        <a:rPr lang="en-US" sz="1600" b="0" strike="noStrike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jasa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19123"/>
                  </a:ext>
                </a:extLst>
              </a:tr>
              <a:tr h="27632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610668"/>
                  </a:ext>
                </a:extLst>
              </a:tr>
              <a:tr h="27632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3 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Adanya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sanggah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pada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tahap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pra-kualifikasi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719841"/>
                  </a:ext>
                </a:extLst>
              </a:tr>
              <a:tr h="27632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3.a.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reviu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dokumen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komperhensif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agar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tidak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terjadi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kesalahan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dokumen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834664"/>
                  </a:ext>
                </a:extLst>
              </a:tr>
              <a:tr h="27632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3.b.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peningkatan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kualitas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SDM POKJA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melalui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Bimbingan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Teknis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terus</a:t>
                      </a: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menerus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860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6689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4D74F-BBF9-5172-135A-9322D385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05E8-6B96-48E7-3829-0AF88772385D}"/>
              </a:ext>
            </a:extLst>
          </p:cNvPr>
          <p:cNvSpPr txBox="1">
            <a:spLocks/>
          </p:cNvSpPr>
          <p:nvPr/>
        </p:nvSpPr>
        <p:spPr>
          <a:xfrm>
            <a:off x="1725318" y="65088"/>
            <a:ext cx="10378809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PEMILIHAN PENYEDIA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ECEE4C-EBF2-B373-7F88-BAF09406D839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6214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62149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92A9E3-E4A5-4637-0898-6CEF87D2768C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Kriteria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objektif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telaah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sejawat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46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melakukan rotasi pokja secara berkala dan membuka ruang sanggah/banding bagi penyedia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6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Memastikan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bahwa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kriteria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evaluasi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telah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mendapatkan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persetujuan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dari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Eselon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82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Pemenang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kriteria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Melibatkan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Tenaga Ahli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memberikan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advise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teknis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pada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penawaran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teknis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i="0" dirty="0"/>
                        <a:t>Peningkatan kompetensi teknis pada POKJA Pemilihan 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v-SE" sz="1600" b="1" i="0" dirty="0"/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1" i="0" dirty="0"/>
                        <a:t>Tidak terjadinya kompetisi secara sehat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i="0" dirty="0"/>
                        <a:t>Lakukan analisis pola penawaran yang mengindikasikan terjadinya kolusi antar penyedia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 err="1"/>
                        <a:t>Mengusulkan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pemberian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sanksi</a:t>
                      </a:r>
                      <a:r>
                        <a:rPr lang="en-US" sz="1600" i="0" dirty="0"/>
                        <a:t> daftar </a:t>
                      </a:r>
                      <a:r>
                        <a:rPr lang="en-US" sz="1600" i="0" dirty="0" err="1"/>
                        <a:t>hitam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kepada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seluruh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peserta</a:t>
                      </a:r>
                      <a:r>
                        <a:rPr lang="en-US" sz="1600" i="0" dirty="0"/>
                        <a:t> yang </a:t>
                      </a:r>
                      <a:r>
                        <a:rPr lang="en-US" sz="1600" i="0" dirty="0" err="1"/>
                        <a:t>terlibat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dalam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kolusi</a:t>
                      </a:r>
                      <a:r>
                        <a:rPr lang="en-US" sz="1600" i="0" dirty="0"/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09B3D41-1B8F-51A8-7E08-B121220DB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5318" cy="658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DFB53D-3AA2-56C8-EF88-F83499D48C6C}"/>
              </a:ext>
            </a:extLst>
          </p:cNvPr>
          <p:cNvSpPr txBox="1"/>
          <p:nvPr/>
        </p:nvSpPr>
        <p:spPr>
          <a:xfrm>
            <a:off x="0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57763-94C1-9166-3CB2-F400323B40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2901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DC10B-818C-7240-D536-0E9BD47D6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005C-2F9D-B0E1-A8A2-3D144625EF78}"/>
              </a:ext>
            </a:extLst>
          </p:cNvPr>
          <p:cNvSpPr txBox="1">
            <a:spLocks/>
          </p:cNvSpPr>
          <p:nvPr/>
        </p:nvSpPr>
        <p:spPr>
          <a:xfrm>
            <a:off x="1725318" y="65088"/>
            <a:ext cx="10378809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PEMILIHAN PENYEDIA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D5BA5E-40F3-6162-D6FA-55A56C208EF6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611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6118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6C3B69-5303-C97C-57E4-F0D00E9FB6FA}"/>
              </a:ext>
            </a:extLst>
          </p:cNvPr>
          <p:cNvGraphicFramePr>
            <a:graphicFrameLocks noGrp="1"/>
          </p:cNvGraphicFramePr>
          <p:nvPr/>
        </p:nvGraphicFramePr>
        <p:xfrm>
          <a:off x="2849526" y="796812"/>
          <a:ext cx="9330801" cy="606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32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4478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tx1"/>
                          </a:solidFill>
                        </a:rPr>
                        <a:t>Kebocoran Informasi Hasil Evaluasi Penawaran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3447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Pakta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Integritas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95539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Melibatkan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APIP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penegakan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Kode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Etik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Perilaku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serta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Penegakan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Disiplin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Pegawai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757337"/>
                  </a:ext>
                </a:extLst>
              </a:tr>
              <a:tr h="3447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Konflik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kepentingan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Pokja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3447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Pakta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Integritas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846293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600" i="0" dirty="0">
                          <a:solidFill>
                            <a:schemeClr val="tx1"/>
                          </a:solidFill>
                        </a:rPr>
                        <a:t>Melakukan rotasi Pokja secara berkala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i-FI" sz="1600" i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Manipulasi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hasil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memenangkan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peserta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tender/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seleksi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tetentu</a:t>
                      </a:r>
                      <a:endParaRPr lang="en-US" sz="16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846293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Mengoptimalkan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kinerja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Tim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Peneliti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Memastikan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seluruh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hasil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didukung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oleh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bukti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dokumentasi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memadai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98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Rekayasa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29274"/>
                  </a:ext>
                </a:extLst>
              </a:tr>
              <a:tr h="39898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4.a.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Pakta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Integritas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melaksanakannya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konsisten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584441"/>
                  </a:ext>
                </a:extLst>
              </a:tr>
              <a:tr h="39898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4.b.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telaah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sejawat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738985"/>
                  </a:ext>
                </a:extLst>
              </a:tr>
              <a:tr h="39898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4.c.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i="0" dirty="0"/>
                        <a:t>Melakukan rotasi pokja secara berkala; membuka ruang sanggah/banding bagi penyedia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577775"/>
                  </a:ext>
                </a:extLst>
              </a:tr>
              <a:tr h="398986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328144"/>
                  </a:ext>
                </a:extLst>
              </a:tr>
              <a:tr h="398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A6EDD6F-A802-4E20-00F8-C97B4967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5318" cy="658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0D7A11-F62B-B409-B83C-EB14DFBFED14}"/>
              </a:ext>
            </a:extLst>
          </p:cNvPr>
          <p:cNvSpPr txBox="1"/>
          <p:nvPr/>
        </p:nvSpPr>
        <p:spPr>
          <a:xfrm>
            <a:off x="0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4C23D-ED9E-9392-AE9E-C7BB1CAAE9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1858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7320F-CC05-995D-CEB1-86AF5DCD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86E2-93F0-262C-1592-9496C1D79BB3}"/>
              </a:ext>
            </a:extLst>
          </p:cNvPr>
          <p:cNvSpPr txBox="1">
            <a:spLocks/>
          </p:cNvSpPr>
          <p:nvPr/>
        </p:nvSpPr>
        <p:spPr>
          <a:xfrm>
            <a:off x="1700931" y="65088"/>
            <a:ext cx="10403196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PENETAPAN PEMENANG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653CE8-333C-898C-7EBF-D6FBC9FA065A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7547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7547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US" sz="1500" b="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A5BC983-F92C-D760-D57E-284C04490FE1}"/>
              </a:ext>
            </a:extLst>
          </p:cNvPr>
          <p:cNvSpPr/>
          <p:nvPr/>
        </p:nvSpPr>
        <p:spPr>
          <a:xfrm>
            <a:off x="0" y="13326"/>
            <a:ext cx="1700931" cy="6340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52F23-36FB-5426-C4E2-7431F6A6479D}"/>
              </a:ext>
            </a:extLst>
          </p:cNvPr>
          <p:cNvSpPr txBox="1"/>
          <p:nvPr/>
        </p:nvSpPr>
        <p:spPr>
          <a:xfrm>
            <a:off x="-1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B56FE-FD32-0F7E-58C8-AC5A7F9812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269C68-DD9B-A2EA-5FA6-AC42C9E964CE}"/>
              </a:ext>
            </a:extLst>
          </p:cNvPr>
          <p:cNvGraphicFramePr>
            <a:graphicFrameLocks noGrp="1"/>
          </p:cNvGraphicFramePr>
          <p:nvPr/>
        </p:nvGraphicFramePr>
        <p:xfrm>
          <a:off x="2864645" y="894145"/>
          <a:ext cx="93273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51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467688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574216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dirty="0">
                          <a:solidFill>
                            <a:schemeClr val="tx1"/>
                          </a:solidFill>
                        </a:rPr>
                        <a:t>Keterlambatan penetapan Pemenang yang menyebabkan mundurnya pelaksanaan kontrak dan berdampak pada realisasi anggaran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Mengawal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terus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menerus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agar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pemenang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jadwal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telah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ditetapkan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Mengoptimalkan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kinerja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Tim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Peneliti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/TPM agar proses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pemenang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terlambat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501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Sanggah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Sanggah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Banding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dari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Peserta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Tender/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Seleksi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menyebabkan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tertundanya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kontrak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33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2.a.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Mempercepat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Pokja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/KPA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menjawab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sanggah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sanggah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banding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2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2.b.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Meng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indari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terjadinya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kesalahan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dokumen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kesalahan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,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kesalahan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prosedur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1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9986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C0DAE-7F80-2861-8246-A3674BF1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6C88-8689-14D5-F0E5-127553190F1D}"/>
              </a:ext>
            </a:extLst>
          </p:cNvPr>
          <p:cNvSpPr txBox="1">
            <a:spLocks/>
          </p:cNvSpPr>
          <p:nvPr/>
        </p:nvSpPr>
        <p:spPr>
          <a:xfrm>
            <a:off x="1725318" y="65088"/>
            <a:ext cx="10378809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PENETAPAN PEMENANG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E04A16-0A80-5863-FF9C-54B4199939A0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7547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7547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7E75DD-BE62-3B83-8EE7-67EBD6C1EE08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239483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pemenang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salah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Tingkatkan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kompetensi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pemahaman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pokja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tim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peneliti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terhadap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regulasi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ada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;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46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Lakukan </a:t>
                      </a:r>
                      <a:r>
                        <a:rPr lang="it-IT" sz="1600" b="0" i="1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quality assurance </a:t>
                      </a:r>
                      <a:r>
                        <a:rPr lang="it-IT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 teliti dan berulang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652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3669E31-DAC8-3CDF-885E-71BB1A24C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5318" cy="658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8D6193-EF28-B976-00D9-E976C2D95BFE}"/>
              </a:ext>
            </a:extLst>
          </p:cNvPr>
          <p:cNvSpPr txBox="1"/>
          <p:nvPr/>
        </p:nvSpPr>
        <p:spPr>
          <a:xfrm>
            <a:off x="0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B56A0-17FA-14FC-8A15-83657169EA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9972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8CA67-5F21-24D3-BDDF-55BA8F4A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7BD5-399C-6B3A-8698-9A560206AA7A}"/>
              </a:ext>
            </a:extLst>
          </p:cNvPr>
          <p:cNvSpPr txBox="1">
            <a:spLocks/>
          </p:cNvSpPr>
          <p:nvPr/>
        </p:nvSpPr>
        <p:spPr>
          <a:xfrm>
            <a:off x="1725318" y="65088"/>
            <a:ext cx="10378809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Tahoma" panose="020B0604030504040204" pitchFamily="34" charset="0"/>
                <a:cs typeface="Tahoma" panose="020B0604030504040204" pitchFamily="34" charset="0"/>
              </a:rPr>
              <a:t>PENETAPAN PEMENANG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0696DC-B6CA-2C6E-A92C-A7F06E550FD0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4"/>
          <a:ext cx="12192001" cy="607547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07547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F28B66-B748-99BC-EB53-A0CC24644A1C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796813"/>
          <a:ext cx="9315683" cy="3649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Kickback/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gratifikasi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pemenang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pengadaaan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barang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Sosialisasi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anti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gratifikasi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bagi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pegawai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pemasangan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banner/poster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menerima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pemberian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dari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pihak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manapun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Penegakan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Kode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Etik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Perilaku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serta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Penegakan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Disiplin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Pegawai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Menyalurkan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pengaduan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dari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masyarakat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mengarahkannya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saluran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resmi</a:t>
                      </a:r>
                      <a:r>
                        <a:rPr lang="en-US" sz="1600" dirty="0"/>
                        <a:t> OIKN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9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77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Konflik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kepentingan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memenangkan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penyedia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tertentu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45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2.a.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Pakta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Integritas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melaksanakannya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konsisten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5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2.b.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Optimalkan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kinerja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Tim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Peneliti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/Tim TPM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dalam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memeriksa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hasil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evaluasi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POKJA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Pemilihan</a:t>
                      </a:r>
                      <a:endParaRPr lang="en-US" sz="1600" b="0" kern="1200" dirty="0">
                        <a:solidFill>
                          <a:schemeClr val="tx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821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FBB1108-6D5E-002E-9CF3-A0886977F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5318" cy="658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60F932-C608-B60B-3398-33ED1F667D95}"/>
              </a:ext>
            </a:extLst>
          </p:cNvPr>
          <p:cNvSpPr txBox="1"/>
          <p:nvPr/>
        </p:nvSpPr>
        <p:spPr>
          <a:xfrm>
            <a:off x="0" y="13326"/>
            <a:ext cx="170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POKJA PEMILIHAN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3B1EE-FE46-8F1E-21CF-511FC64FA4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9103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B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45D17-F913-5C83-844A-9A2F2EE67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B4DF0-3809-96A9-8E00-38D48B73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9125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CONTOH RISIKO DAN MITIGASINYA UNTUK LINI PERTAMA PENYELENGGARAAN ANGGARAN OIKN</a:t>
            </a:r>
            <a:br>
              <a:rPr lang="fi-FI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CCC44-1D86-CA41-CBCD-44DF6E59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929743"/>
            <a:ext cx="12192000" cy="2247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PEJABAT PENGADAAN</a:t>
            </a:r>
          </a:p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SEBAGAI LINI PERTAMA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648A-0ED4-CFC8-32CF-6C75529C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5535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B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973DA-8BE0-8E3C-E624-1FDD854EE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2FE5-710B-C62B-6C28-5172D5485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fi-FI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PEMILIK RISIKO :</a:t>
            </a:r>
            <a:b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PEJABAT PENGADAAN</a:t>
            </a:r>
            <a:b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b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r>
              <a:rPr lang="fi-FI" sz="27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DATA UMUM</a:t>
            </a:r>
            <a:br>
              <a:rPr lang="fi-FI" sz="18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</a:br>
            <a:endParaRPr lang="en-US" sz="1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1E4547-A67F-EA40-619E-B71117EB8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435276"/>
              </p:ext>
            </p:extLst>
          </p:nvPr>
        </p:nvGraphicFramePr>
        <p:xfrm>
          <a:off x="0" y="1607618"/>
          <a:ext cx="12192001" cy="5350802"/>
        </p:xfrm>
        <a:graphic>
          <a:graphicData uri="http://schemas.openxmlformats.org/drawingml/2006/table">
            <a:tbl>
              <a:tblPr firstRow="1" bandRow="1"/>
              <a:tblGrid>
                <a:gridCol w="2775099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9416902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6264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Tujuan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600" b="0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Memastikan pelaksanaan anggaran dilaksanakan secara taat azas dan risiko signifikan teridentifikasi.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114416"/>
                  </a:ext>
                </a:extLst>
              </a:tr>
              <a:tr h="46239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16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besar</a:t>
                      </a:r>
                      <a:r>
                        <a:rPr lang="en-US" sz="16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endParaRPr lang="en-US" sz="16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I.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(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mohon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dengan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jenis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…………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Mengacu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PMK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Nomor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62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2023 Pasal 186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ayat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4)</a:t>
                      </a:r>
                    </a:p>
                    <a:p>
                      <a:endParaRPr lang="en-US" sz="16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II. Besar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Rp …………. (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harap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besar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sesuai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endParaRPr lang="en-US" sz="16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6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600" b="1" kern="1200" dirty="0">
                        <a:solidFill>
                          <a:schemeClr val="dk1"/>
                        </a:solidFill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III. Target : ............ (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mohon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diisi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capaian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untuk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akhir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IV. Data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Pejabat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Pejabat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Nomor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DIPA </a:t>
                      </a:r>
                      <a:r>
                        <a:rPr kumimoji="0" lang="en-US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Petikan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 ………….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6137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E8FC30-112A-5F36-955B-76AC02F2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93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D15E8-5EBD-1C9D-2687-496F18D0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AFCD8A-2715-4C04-E6B9-921E68CCACF9}"/>
              </a:ext>
            </a:extLst>
          </p:cNvPr>
          <p:cNvSpPr/>
          <p:nvPr/>
        </p:nvSpPr>
        <p:spPr>
          <a:xfrm>
            <a:off x="0" y="24728"/>
            <a:ext cx="1676545" cy="624468"/>
          </a:xfrm>
          <a:prstGeom prst="rect">
            <a:avLst/>
          </a:prstGeom>
          <a:solidFill>
            <a:srgbClr val="D1B2E8"/>
          </a:solidFill>
          <a:ln>
            <a:solidFill>
              <a:srgbClr val="D1B2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FE1B5-DD1B-F360-3DB8-9CD7109F163F}"/>
              </a:ext>
            </a:extLst>
          </p:cNvPr>
          <p:cNvSpPr txBox="1">
            <a:spLocks/>
          </p:cNvSpPr>
          <p:nvPr/>
        </p:nvSpPr>
        <p:spPr>
          <a:xfrm>
            <a:off x="1589314" y="65088"/>
            <a:ext cx="10514813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PENGADAAN ANTARA 50 S.D. 200 JUTA RUPIAH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14AF77-F0AF-B15E-6127-B52B3B4139A2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A. RISIKO KINERJA ANGGARAN (KA)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069725-CED0-59C6-A0F5-66723CD0539C}"/>
              </a:ext>
            </a:extLst>
          </p:cNvPr>
          <p:cNvGraphicFramePr>
            <a:graphicFrameLocks noGrp="1"/>
          </p:cNvGraphicFramePr>
          <p:nvPr/>
        </p:nvGraphicFramePr>
        <p:xfrm>
          <a:off x="2877015" y="875304"/>
          <a:ext cx="9227112" cy="3346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9543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314054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400" dirty="0">
                          <a:solidFill>
                            <a:schemeClr val="tx1"/>
                          </a:solidFill>
                        </a:rPr>
                        <a:t>Keterlambatan pemilihan penyedia yang menyebabkan mundurnya pelaksanaan kontrak dan berdampak pada realisasi anggaran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Mengawal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terus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menerus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agar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jadwal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telah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ditetapkan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542456">
                <a:tc>
                  <a:txBody>
                    <a:bodyPr/>
                    <a:lstStyle/>
                    <a:p>
                      <a:r>
                        <a:rPr lang="en-US" sz="1500" strike="noStrike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strike="noStrike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strike="noStrike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Lakukan</a:t>
                      </a:r>
                      <a:r>
                        <a:rPr lang="en-US" sz="15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pengadaan</a:t>
                      </a:r>
                      <a:r>
                        <a:rPr lang="en-US" sz="15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lang="en-US" sz="1500" b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0" i="1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E-Purchasing </a:t>
                      </a:r>
                      <a:r>
                        <a:rPr lang="en-US" sz="1500" b="0" i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melalui</a:t>
                      </a:r>
                      <a:r>
                        <a:rPr lang="en-US" sz="1500" b="0" i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E-</a:t>
                      </a:r>
                      <a:r>
                        <a:rPr lang="en-US" sz="1500" b="0" i="0" strike="noStrike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Katalog</a:t>
                      </a:r>
                      <a:r>
                        <a:rPr lang="en-US" sz="1500" b="0" i="0" strike="noStrike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sz="1500" b="0" i="1" strike="noStrike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314054">
                <a:tc>
                  <a:txBody>
                    <a:bodyPr/>
                    <a:lstStyle/>
                    <a:p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314054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Penumpukan</a:t>
                      </a:r>
                      <a:r>
                        <a:rPr lang="en-US" sz="1600" b="1" dirty="0"/>
                        <a:t> proses </a:t>
                      </a:r>
                      <a:r>
                        <a:rPr lang="en-US" sz="1600" b="1" dirty="0" err="1"/>
                        <a:t>pengadaan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langsung</a:t>
                      </a:r>
                      <a:r>
                        <a:rPr lang="en-US" sz="1600" b="1" dirty="0"/>
                        <a:t> di </a:t>
                      </a:r>
                      <a:r>
                        <a:rPr lang="en-US" sz="1600" b="1" dirty="0" err="1"/>
                        <a:t>akhir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tahun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anggaran</a:t>
                      </a:r>
                      <a:r>
                        <a:rPr lang="en-US" sz="1600" b="1" dirty="0"/>
                        <a:t> yang </a:t>
                      </a:r>
                      <a:r>
                        <a:rPr lang="en-US" sz="1600" b="1" dirty="0" err="1"/>
                        <a:t>menyebabkan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penyerapan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tidak</a:t>
                      </a:r>
                      <a:r>
                        <a:rPr lang="en-US" sz="1600" b="1" dirty="0"/>
                        <a:t> optimal. </a:t>
                      </a:r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693667"/>
                  </a:ext>
                </a:extLst>
              </a:tr>
              <a:tr h="314054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500" dirty="0">
                          <a:solidFill>
                            <a:schemeClr val="tx1"/>
                          </a:solidFill>
                        </a:rPr>
                        <a:t>Menyusun jadwal pelaksanaan pengadaan secara triwulan yang diselaraskan dengan RUP (Rencana Umum Pengadaan)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33935"/>
                  </a:ext>
                </a:extLst>
              </a:tr>
              <a:tr h="314054"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500" dirty="0">
                          <a:solidFill>
                            <a:schemeClr val="tx1"/>
                          </a:solidFill>
                        </a:rPr>
                        <a:t>Melakukan monitoring progres pengadaan langsung secara berkala bersama PPK.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01013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66B2B74-69E7-3516-5979-2859B6DBB8BF}"/>
              </a:ext>
            </a:extLst>
          </p:cNvPr>
          <p:cNvSpPr txBox="1"/>
          <p:nvPr/>
        </p:nvSpPr>
        <p:spPr>
          <a:xfrm>
            <a:off x="0" y="32167"/>
            <a:ext cx="1676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PEJABAT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PENGADAAN …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8E108-C159-71A5-7EB9-558C4C00CD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3847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ADA7-2AE7-5DF9-C52C-C7E7E233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33CF41-082C-EA3B-BD20-6C56085ECFEC}"/>
              </a:ext>
            </a:extLst>
          </p:cNvPr>
          <p:cNvSpPr/>
          <p:nvPr/>
        </p:nvSpPr>
        <p:spPr>
          <a:xfrm>
            <a:off x="0" y="24728"/>
            <a:ext cx="1676545" cy="624468"/>
          </a:xfrm>
          <a:prstGeom prst="rect">
            <a:avLst/>
          </a:prstGeom>
          <a:solidFill>
            <a:srgbClr val="D1B2E8"/>
          </a:solidFill>
          <a:ln>
            <a:solidFill>
              <a:srgbClr val="D1B2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E481D-7960-EEC9-1B40-F0F663AF6A9D}"/>
              </a:ext>
            </a:extLst>
          </p:cNvPr>
          <p:cNvSpPr txBox="1">
            <a:spLocks/>
          </p:cNvSpPr>
          <p:nvPr/>
        </p:nvSpPr>
        <p:spPr>
          <a:xfrm>
            <a:off x="1611086" y="65088"/>
            <a:ext cx="10493041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PENGADAAN ANTARA 50 S.D. 200 JUTA RUPIAH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C212CA-2014-C77A-8062-2EF505A5FFC8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B. RISIKO KETIDAKPATUHAN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(NON-COMPLIANCE)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B32366-B6BC-418A-B32A-9A18C5D53CE4}"/>
              </a:ext>
            </a:extLst>
          </p:cNvPr>
          <p:cNvGraphicFramePr>
            <a:graphicFrameLocks noGrp="1"/>
          </p:cNvGraphicFramePr>
          <p:nvPr/>
        </p:nvGraphicFramePr>
        <p:xfrm>
          <a:off x="2864644" y="836365"/>
          <a:ext cx="9239483" cy="3854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14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penawaran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sesuai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spesifikasi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teknis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/KAK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Melakukan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reviu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cermat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terhadap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kesesuaian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spesifikasi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antara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dokumen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penawaran</a:t>
                      </a:r>
                      <a:r>
                        <a:rPr lang="en-US" sz="1600" dirty="0"/>
                        <a:t> dan KAK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Pemeriksaan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hasil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pekerjaan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oleh PPK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secara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berkala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7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1" i="0" dirty="0"/>
                        <a:t>Tidak terjadinya kompetisi secara sehat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pada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pelaksanaan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barang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jasa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melalui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Mini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</a:rPr>
                        <a:t>Kompetisi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sv-SE" sz="1600" b="1" i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i="0" dirty="0"/>
                        <a:t>Lakukan analisis pola penawaran yang mengindikasikan terjadinya kolusi antar penyedia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 err="1"/>
                        <a:t>Mengusulkan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pemberian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sanksi</a:t>
                      </a:r>
                      <a:r>
                        <a:rPr lang="en-US" sz="1600" i="0" dirty="0"/>
                        <a:t> daftar </a:t>
                      </a:r>
                      <a:r>
                        <a:rPr lang="en-US" sz="1600" i="0" dirty="0" err="1"/>
                        <a:t>hitam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kepada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seluruh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peserta</a:t>
                      </a:r>
                      <a:r>
                        <a:rPr lang="en-US" sz="1600" i="0" dirty="0"/>
                        <a:t> yang </a:t>
                      </a:r>
                      <a:r>
                        <a:rPr lang="en-US" sz="1600" i="0" dirty="0" err="1"/>
                        <a:t>terlibat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dalam</a:t>
                      </a:r>
                      <a:r>
                        <a:rPr lang="en-US" sz="1600" i="0" dirty="0"/>
                        <a:t> </a:t>
                      </a:r>
                      <a:r>
                        <a:rPr lang="en-US" sz="1600" i="0" dirty="0" err="1"/>
                        <a:t>kolusi</a:t>
                      </a:r>
                      <a:endParaRPr lang="en-US" sz="1600" i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781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7C3D0B-A225-9D01-AA86-13A186C3DBC2}"/>
              </a:ext>
            </a:extLst>
          </p:cNvPr>
          <p:cNvSpPr txBox="1"/>
          <p:nvPr/>
        </p:nvSpPr>
        <p:spPr>
          <a:xfrm>
            <a:off x="-1" y="0"/>
            <a:ext cx="1676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PEJABAT PENGADAAN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3E8FD-9D23-F9F3-C2BD-901632F97A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2897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C7FE8-46E9-CA20-376F-5552A6D8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F30E5E-7585-5905-578A-07B8E975A8A0}"/>
              </a:ext>
            </a:extLst>
          </p:cNvPr>
          <p:cNvSpPr/>
          <p:nvPr/>
        </p:nvSpPr>
        <p:spPr>
          <a:xfrm>
            <a:off x="0" y="24728"/>
            <a:ext cx="1676545" cy="624468"/>
          </a:xfrm>
          <a:prstGeom prst="rect">
            <a:avLst/>
          </a:prstGeom>
          <a:solidFill>
            <a:srgbClr val="D1B2E8"/>
          </a:solidFill>
          <a:ln>
            <a:solidFill>
              <a:srgbClr val="D1B2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14E7C-57CC-C741-8A1E-F6958D4F3E0C}"/>
              </a:ext>
            </a:extLst>
          </p:cNvPr>
          <p:cNvSpPr txBox="1">
            <a:spLocks/>
          </p:cNvSpPr>
          <p:nvPr/>
        </p:nvSpPr>
        <p:spPr>
          <a:xfrm>
            <a:off x="1578429" y="65088"/>
            <a:ext cx="10525698" cy="70618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PENGADAAN ANTARA 50 S.D. 200 JUTA RUPIAH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2D6CC3-2F91-2566-06E5-B0296CA19F23}"/>
              </a:ext>
            </a:extLst>
          </p:cNvPr>
          <p:cNvGraphicFramePr>
            <a:graphicFrameLocks noGrp="1"/>
          </p:cNvGraphicFramePr>
          <p:nvPr/>
        </p:nvGraphicFramePr>
        <p:xfrm>
          <a:off x="0" y="782525"/>
          <a:ext cx="12192001" cy="59013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24083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130004">
                  <a:extLst>
                    <a:ext uri="{9D8B030D-6E8A-4147-A177-3AD203B41FA5}">
                      <a16:colId xmlns:a16="http://schemas.microsoft.com/office/drawing/2014/main" val="1045607396"/>
                    </a:ext>
                  </a:extLst>
                </a:gridCol>
                <a:gridCol w="9437914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</a:tblGrid>
              <a:tr h="590130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C. RISIKO KECURANGAN (FRAUD)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Risiko dan </a:t>
                      </a:r>
                      <a:r>
                        <a:rPr lang="en-US" sz="1500" b="1" dirty="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mitigasinya</a:t>
                      </a:r>
                      <a:endParaRPr lang="en-US" sz="1500" b="1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dk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3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5787F3-9296-F923-BA41-B42C5CFEB525}"/>
              </a:ext>
            </a:extLst>
          </p:cNvPr>
          <p:cNvSpPr txBox="1"/>
          <p:nvPr/>
        </p:nvSpPr>
        <p:spPr>
          <a:xfrm>
            <a:off x="0" y="13796"/>
            <a:ext cx="1676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PEJABAT PENGADAAN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76E25-E5B7-3AF4-615E-C5B7C3266F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EF3444-3602-1E8C-63EB-6B2B9C395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32124"/>
              </p:ext>
            </p:extLst>
          </p:nvPr>
        </p:nvGraphicFramePr>
        <p:xfrm>
          <a:off x="2849526" y="796813"/>
          <a:ext cx="9330801" cy="5553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32">
                  <a:extLst>
                    <a:ext uri="{9D8B030D-6E8A-4147-A177-3AD203B41FA5}">
                      <a16:colId xmlns:a16="http://schemas.microsoft.com/office/drawing/2014/main" val="1660098426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3291908172"/>
                    </a:ext>
                  </a:extLst>
                </a:gridCol>
                <a:gridCol w="7689289">
                  <a:extLst>
                    <a:ext uri="{9D8B030D-6E8A-4147-A177-3AD203B41FA5}">
                      <a16:colId xmlns:a16="http://schemas.microsoft.com/office/drawing/2014/main" val="3384583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Risiko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tx1"/>
                          </a:solidFill>
                        </a:rPr>
                        <a:t>Komunikasi Pejabat Pengadaan dengan Penyedia di luar </a:t>
                      </a:r>
                      <a:r>
                        <a:rPr lang="it-IT" sz="1600">
                          <a:solidFill>
                            <a:schemeClr val="tx1"/>
                          </a:solidFill>
                        </a:rPr>
                        <a:t>sistem SPSE (Sistem Pengadaan Secara Elektronik)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Pakta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Integritas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Melibatkan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APIP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penegakan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Kode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Etik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Perilaku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serta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Penegakan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Disiplin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Pegawai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75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Konflik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kepentingan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Pejabat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Pengadaan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Pakta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Integritas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5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2.b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600" i="0" dirty="0">
                          <a:solidFill>
                            <a:schemeClr val="tx1"/>
                          </a:solidFill>
                        </a:rPr>
                        <a:t>Melakukan rotasi Pejabat Pengadaan secara berkala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i-FI" sz="1600" i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Manipulasi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hasil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untuk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memenangkan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600" b="1" i="0" dirty="0" err="1">
                          <a:solidFill>
                            <a:schemeClr val="tx1"/>
                          </a:solidFill>
                        </a:rPr>
                        <a:t>tertentu</a:t>
                      </a:r>
                      <a:r>
                        <a:rPr lang="es-ES" sz="1600" b="1" i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6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03046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3.a</a:t>
                      </a:r>
                    </a:p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3.b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Mengoptimalkan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kinerja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PPK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menyetujui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usulan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penetapan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Memastikan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seluruh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hasil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evaluasi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didukung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oleh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bukti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dokumentasi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memadai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94860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Risiko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Rekayasa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proses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pemilihan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penyedia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29274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4.a.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Penandatanganan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Pakta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Integritas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melaksanakannya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konsisten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584441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4.b.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600" i="0" dirty="0"/>
                        <a:t>Melakukan rotasi Pejabat Pengadaan secara berkala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577775"/>
                  </a:ext>
                </a:extLst>
              </a:tr>
              <a:tr h="38798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Mitigasi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4.c.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Melibatkan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APIP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melakukan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penegakan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Kode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Etik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Perilaku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serta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Penegakan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Disiplin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Pegawai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1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200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BDB8-E042-F9E0-944E-C03A6071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878"/>
            <a:ext cx="10515600" cy="548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Panduan Media </a:t>
            </a:r>
            <a:r>
              <a:rPr lang="en-U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Komunikasi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Tiga Lini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D04FAE-FB8E-3073-E6FE-54A05CB2D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6870745"/>
              </p:ext>
            </p:extLst>
          </p:nvPr>
        </p:nvGraphicFramePr>
        <p:xfrm>
          <a:off x="413887" y="552979"/>
          <a:ext cx="11161079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54">
                  <a:extLst>
                    <a:ext uri="{9D8B030D-6E8A-4147-A177-3AD203B41FA5}">
                      <a16:colId xmlns:a16="http://schemas.microsoft.com/office/drawing/2014/main" val="2011155653"/>
                    </a:ext>
                  </a:extLst>
                </a:gridCol>
                <a:gridCol w="223025">
                  <a:extLst>
                    <a:ext uri="{9D8B030D-6E8A-4147-A177-3AD203B41FA5}">
                      <a16:colId xmlns:a16="http://schemas.microsoft.com/office/drawing/2014/main" val="4154212373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817420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Nama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……….. (</a:t>
                      </a:r>
                      <a:r>
                        <a:rPr lang="en-US" sz="1900" dirty="0" err="1"/>
                        <a:t>mohon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diisi</a:t>
                      </a:r>
                      <a:r>
                        <a:rPr lang="en-US" sz="1900" dirty="0"/>
                        <a:t> nama)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47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err="1"/>
                        <a:t>Pemilik</a:t>
                      </a:r>
                      <a:r>
                        <a:rPr lang="en-US" sz="1900" dirty="0"/>
                        <a:t> Risiko (Lini 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……….. (</a:t>
                      </a:r>
                      <a:r>
                        <a:rPr lang="en-US" sz="1900" dirty="0" err="1"/>
                        <a:t>mohon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diisi</a:t>
                      </a:r>
                      <a:r>
                        <a:rPr lang="en-US" sz="1900" dirty="0"/>
                        <a:t> nama </a:t>
                      </a:r>
                      <a:r>
                        <a:rPr lang="en-US" sz="1900" dirty="0" err="1"/>
                        <a:t>jabatan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Pemilik</a:t>
                      </a:r>
                      <a:r>
                        <a:rPr lang="en-US" sz="1900" dirty="0"/>
                        <a:t> Risiko)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1935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CD71E-63C9-56C3-8B8E-B18FDBBC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86B8-E199-B284-05EB-7AD4FF8097E6}"/>
              </a:ext>
            </a:extLst>
          </p:cNvPr>
          <p:cNvSpPr txBox="1"/>
          <p:nvPr/>
        </p:nvSpPr>
        <p:spPr>
          <a:xfrm>
            <a:off x="413887" y="1325698"/>
            <a:ext cx="1167533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 ….. 2026 (Misal Bulan Oktober 2026)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 Monitoring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Pemilik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(Lini ke-1)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Setiap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minggu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ke-4/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terakhir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Tulis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langkah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Lini 1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selama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Oktober 2026,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misalnya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mengadakan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rapat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mengajak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diskusi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Penyedia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Jasa, check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lapangan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untuk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monitor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diskusi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konsultan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pengawas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Secara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overall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menyeluruh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sebutkan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assessment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ke-1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terhadap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kualitas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Manajemen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Lini 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pada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Oktober 2026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Pilih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assessment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C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ukup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T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K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urang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T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dan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sebutkan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alasannya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Di-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paling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banyak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/video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kegiatan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selama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dimaksud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 err="1">
                <a:solidFill>
                  <a:prstClr val="black"/>
                </a:solidFill>
                <a:latin typeface="Calibri"/>
              </a:rPr>
              <a:t>Catatan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: Self-assessment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oleh Lini 1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dilakukan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dengan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memberikan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penjelasan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atas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langkah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yang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dilakukan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oleh Lini 1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untuk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menunjukan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mitigasi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risiko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untuk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masing-masing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risiko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yang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ada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pada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setiap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tahapan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dan pada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setiap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Jenis Risiko (Nilai Kinerja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Anggaran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Ketidakpatuhan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dan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Kecurangan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). Bila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bukti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tersedia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Lini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Pertama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disarankan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untuk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mengupload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bukti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tersebut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.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Self-assessment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dilakukan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dengan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merujuk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kepada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Lembar Panduan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Skoring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dan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Self-Assessment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Untuk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Model Tiga Lini.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0425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F8E0B-D47D-93BD-E0B9-36D05ABE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DCEF-5E02-34F4-EE18-0D40E32FB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878"/>
            <a:ext cx="10515600" cy="548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Panduan Media </a:t>
            </a:r>
            <a:r>
              <a:rPr lang="en-U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Komunikasi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Tiga Lini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44861FE-93C4-7B7B-9EFD-FF54826BE0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3887" y="552979"/>
          <a:ext cx="11161079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54">
                  <a:extLst>
                    <a:ext uri="{9D8B030D-6E8A-4147-A177-3AD203B41FA5}">
                      <a16:colId xmlns:a16="http://schemas.microsoft.com/office/drawing/2014/main" val="2011155653"/>
                    </a:ext>
                  </a:extLst>
                </a:gridCol>
                <a:gridCol w="223025">
                  <a:extLst>
                    <a:ext uri="{9D8B030D-6E8A-4147-A177-3AD203B41FA5}">
                      <a16:colId xmlns:a16="http://schemas.microsoft.com/office/drawing/2014/main" val="4154212373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817420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Nama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……….. (</a:t>
                      </a:r>
                      <a:r>
                        <a:rPr lang="en-US" sz="1900" dirty="0" err="1"/>
                        <a:t>mohon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diisi</a:t>
                      </a:r>
                      <a:r>
                        <a:rPr lang="en-US" sz="1900" dirty="0"/>
                        <a:t> nama)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47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err="1"/>
                        <a:t>Pemilik</a:t>
                      </a:r>
                      <a:r>
                        <a:rPr lang="en-US" sz="1900" dirty="0"/>
                        <a:t> Risiko (Lini 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……….. (</a:t>
                      </a:r>
                      <a:r>
                        <a:rPr lang="en-US" sz="1900" dirty="0" err="1"/>
                        <a:t>mohon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diisi</a:t>
                      </a:r>
                      <a:r>
                        <a:rPr lang="en-US" sz="1900" dirty="0"/>
                        <a:t> nama </a:t>
                      </a:r>
                      <a:r>
                        <a:rPr lang="en-US" sz="1900" dirty="0" err="1"/>
                        <a:t>jabatan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Pemilik</a:t>
                      </a:r>
                      <a:r>
                        <a:rPr lang="en-US" sz="1900" dirty="0"/>
                        <a:t> Risiko)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1935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DE827-FD14-A033-B246-0B313F08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8AD76-A2EF-A692-6EEF-183CE2531010}"/>
              </a:ext>
            </a:extLst>
          </p:cNvPr>
          <p:cNvSpPr txBox="1"/>
          <p:nvPr/>
        </p:nvSpPr>
        <p:spPr>
          <a:xfrm>
            <a:off x="413887" y="1526420"/>
            <a:ext cx="1167533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 ….. 2026 (Misal Bulan Oktober 2026)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B. Monitoring oleh Lini ke-2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Setiap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minggu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pertama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berikutnya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Secara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overall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menyeluruh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sebutkan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assessment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Lini ke-2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terhadap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kualitas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Manajemen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di Lini ke-1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C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ukup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K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urang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dan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sebutkan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alasannya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Memberikan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komentar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penjelasan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assessment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Lini ke-2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terhadap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kualitas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Manajemen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di Lini ke-1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Di-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paling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banyak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/video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kegiatan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 dan Lini 2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selama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dimaksud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Catatan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Lini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Kedua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berdiskusi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Satu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langkah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mitigasi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risiko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self-assessment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sudah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oleh Lini Satu.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Berdasarkan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diskusi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tersebut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Lini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Kedua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memberikan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langkah-langkah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mitigasi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saran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perbaikan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mungkin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oleh Lini Satu.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3597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299D5-51E5-2B5B-EC24-8BE7D7B53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8599-C7AA-CD14-7689-9D05A5BC8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878"/>
            <a:ext cx="10515600" cy="548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Panduan Media </a:t>
            </a:r>
            <a:r>
              <a:rPr lang="en-U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Komunikasi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Tiga Lini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42DDF50-D124-5DEE-4E9D-BD49910010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703893"/>
              </p:ext>
            </p:extLst>
          </p:nvPr>
        </p:nvGraphicFramePr>
        <p:xfrm>
          <a:off x="413887" y="542260"/>
          <a:ext cx="10515597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7940">
                  <a:extLst>
                    <a:ext uri="{9D8B030D-6E8A-4147-A177-3AD203B41FA5}">
                      <a16:colId xmlns:a16="http://schemas.microsoft.com/office/drawing/2014/main" val="20111556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4212373"/>
                    </a:ext>
                  </a:extLst>
                </a:gridCol>
                <a:gridCol w="8119377">
                  <a:extLst>
                    <a:ext uri="{9D8B030D-6E8A-4147-A177-3AD203B41FA5}">
                      <a16:colId xmlns:a16="http://schemas.microsoft.com/office/drawing/2014/main" val="817420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Nama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……….. (</a:t>
                      </a:r>
                      <a:r>
                        <a:rPr lang="en-US" sz="1900" dirty="0" err="1"/>
                        <a:t>mohon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diisi</a:t>
                      </a:r>
                      <a:r>
                        <a:rPr lang="en-US" sz="1900" dirty="0"/>
                        <a:t> nama)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47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err="1"/>
                        <a:t>Pemilik</a:t>
                      </a:r>
                      <a:r>
                        <a:rPr lang="en-US" sz="1900" dirty="0"/>
                        <a:t> Risiko (Lini1)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……….. (</a:t>
                      </a:r>
                      <a:r>
                        <a:rPr lang="en-US" sz="1900" dirty="0" err="1"/>
                        <a:t>mohon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diisi</a:t>
                      </a:r>
                      <a:r>
                        <a:rPr lang="en-US" sz="1900" dirty="0"/>
                        <a:t> nama </a:t>
                      </a:r>
                      <a:r>
                        <a:rPr lang="en-US" sz="1900" dirty="0" err="1"/>
                        <a:t>jabatan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Pemilik</a:t>
                      </a:r>
                      <a:r>
                        <a:rPr lang="en-US" sz="1900" dirty="0"/>
                        <a:t> Risiko)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1935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DD752-97C8-FABF-B5F3-5C020BA4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D06C5-B213-C773-BA58-0C4CE3585ACD}"/>
              </a:ext>
            </a:extLst>
          </p:cNvPr>
          <p:cNvSpPr txBox="1"/>
          <p:nvPr/>
        </p:nvSpPr>
        <p:spPr>
          <a:xfrm>
            <a:off x="413887" y="1502688"/>
            <a:ext cx="1167533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 …..  2026 (Misal Bulan Oktober 2026)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C. Monitoring oleh Lini ke-3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Tiap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Triwulan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Setiap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minggu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pertama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keempat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Assessment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ke-3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terhadap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kualitas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Manajemen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C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ukup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K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urang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T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erkendali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dan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sebutkan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alasannya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Memberikan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komentar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penjelasan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assessment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terhadap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kualitas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Manajemen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Risiko Lini ke-1, Lini ke-2, dan Lini ke-3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Di-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paling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banyak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/video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kegiatan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1, Lini 2, dan Lini 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selama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dimaksud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 err="1">
                <a:solidFill>
                  <a:prstClr val="black"/>
                </a:solidFill>
                <a:latin typeface="Calibri"/>
              </a:rPr>
              <a:t>Catatan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: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Assessment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yang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dilakukan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oleh Lini 3,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dilakukan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setelah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berdiskusi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dengan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Lini 1 dan Lini 2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atas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langkah-langkah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mititgasi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risiko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yang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sudah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dilakukan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.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Assessment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oleh Lini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Ketiga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dapat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mengoreksi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assessment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yang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dilakukan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oleh Lini 1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dengan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memberikan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penjelasan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mengapa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terdapat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koreksi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. Yang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tidak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kalah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penting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Lini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Ketiga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memberikan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alternatif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solusi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atas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kendala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risiko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yang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dihadapi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oleh Lini 1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untuk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mencapai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tujuan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8275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C928A-8C1D-1F23-CE84-529F8F2C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75B4-6211-A157-0EA8-0DBD79C61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878"/>
            <a:ext cx="10515600" cy="548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Panduan Media </a:t>
            </a:r>
            <a:r>
              <a:rPr lang="en-U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Komunikasi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Tiga Lini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4A064F7-E3E4-91B6-E49B-AB292E37B6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3887" y="542260"/>
          <a:ext cx="10515597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7940">
                  <a:extLst>
                    <a:ext uri="{9D8B030D-6E8A-4147-A177-3AD203B41FA5}">
                      <a16:colId xmlns:a16="http://schemas.microsoft.com/office/drawing/2014/main" val="20111556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4212373"/>
                    </a:ext>
                  </a:extLst>
                </a:gridCol>
                <a:gridCol w="8119377">
                  <a:extLst>
                    <a:ext uri="{9D8B030D-6E8A-4147-A177-3AD203B41FA5}">
                      <a16:colId xmlns:a16="http://schemas.microsoft.com/office/drawing/2014/main" val="817420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Nama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……….. (</a:t>
                      </a:r>
                      <a:r>
                        <a:rPr lang="en-US" sz="1900" dirty="0" err="1"/>
                        <a:t>mohon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diisi</a:t>
                      </a:r>
                      <a:r>
                        <a:rPr lang="en-US" sz="1900" dirty="0"/>
                        <a:t> nama)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47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err="1"/>
                        <a:t>Pemilik</a:t>
                      </a:r>
                      <a:r>
                        <a:rPr lang="en-US" sz="1900" dirty="0"/>
                        <a:t> Risiko (Lini1)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……….. (</a:t>
                      </a:r>
                      <a:r>
                        <a:rPr lang="en-US" sz="1900" dirty="0" err="1"/>
                        <a:t>mohon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diisi</a:t>
                      </a:r>
                      <a:r>
                        <a:rPr lang="en-US" sz="1900" dirty="0"/>
                        <a:t> nama </a:t>
                      </a:r>
                      <a:r>
                        <a:rPr lang="en-US" sz="1900" dirty="0" err="1"/>
                        <a:t>jabatan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Pemilik</a:t>
                      </a:r>
                      <a:r>
                        <a:rPr lang="en-US" sz="1900" dirty="0"/>
                        <a:t> Risiko)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1935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6977E-9869-23CF-90DE-3E3190E5D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3051B-D8E3-EE3A-1E6A-82E7DB05CBCA}"/>
              </a:ext>
            </a:extLst>
          </p:cNvPr>
          <p:cNvSpPr txBox="1"/>
          <p:nvPr/>
        </p:nvSpPr>
        <p:spPr>
          <a:xfrm>
            <a:off x="413887" y="1502688"/>
            <a:ext cx="116753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 …..  2026 (Misal Bulan Oktober 2026)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Catatan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Tambahan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Frekuensi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Bila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diperlukan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selain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rapat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antara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 dan Lini 2,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dapat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 dan Lini 2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 request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walaupun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masih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kurang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dari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1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Demikian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juga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1, Lini 2, dan Lini 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dapat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sebelum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rutin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ataupun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Triwulan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 request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Tugas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3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sebagai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quality assurance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memberikan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judgement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tingkat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risiko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semua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entitas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termasuk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mitigasi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harus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dilaporkan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kepada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Kepala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Otorita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IKN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245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3600C-145A-8346-C4FA-D6B2DFF1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CCD8-1DE1-57D6-FB8C-F56A7650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5878"/>
            <a:ext cx="12089219" cy="548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PANDUAN SKORING DAN SELF-ASSESSMENT UNTUK MODEL TIGA LINI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19B79-36B8-04D7-2C8D-4C2387BC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2C881-BD4F-CFA1-430D-F49AB0513EE3}"/>
              </a:ext>
            </a:extLst>
          </p:cNvPr>
          <p:cNvSpPr txBox="1"/>
          <p:nvPr/>
        </p:nvSpPr>
        <p:spPr>
          <a:xfrm>
            <a:off x="516668" y="880523"/>
            <a:ext cx="11675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noProof="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Untuk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memandu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judgement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kualitas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pengendalian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risiko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dari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K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urang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T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erkendali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C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ukup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T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erkendali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T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erkendali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dapat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dibantu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menggunakan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skoring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sebagai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berikut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269F9A-8E0E-01B6-53DF-32CAE989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781290"/>
              </p:ext>
            </p:extLst>
          </p:nvPr>
        </p:nvGraphicFramePr>
        <p:xfrm>
          <a:off x="3029415" y="2662421"/>
          <a:ext cx="613317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78301">
                  <a:extLst>
                    <a:ext uri="{9D8B030D-6E8A-4147-A177-3AD203B41FA5}">
                      <a16:colId xmlns:a16="http://schemas.microsoft.com/office/drawing/2014/main" val="2562194955"/>
                    </a:ext>
                  </a:extLst>
                </a:gridCol>
                <a:gridCol w="3054869">
                  <a:extLst>
                    <a:ext uri="{9D8B030D-6E8A-4147-A177-3AD203B41FA5}">
                      <a16:colId xmlns:a16="http://schemas.microsoft.com/office/drawing/2014/main" val="762300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Nilai </a:t>
                      </a:r>
                      <a:r>
                        <a:rPr lang="en-US" sz="2400" b="1" dirty="0" err="1"/>
                        <a:t>Skoring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Tingkat </a:t>
                      </a:r>
                      <a:r>
                        <a:rPr lang="en-US" sz="2400" b="1" dirty="0" err="1"/>
                        <a:t>Kendali</a:t>
                      </a:r>
                      <a:r>
                        <a:rPr lang="en-US" sz="2400" b="1" dirty="0"/>
                        <a:t> Risiko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06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 </a:t>
                      </a:r>
                      <a:r>
                        <a:rPr lang="en-US" sz="2400" dirty="0" err="1"/>
                        <a:t>sampai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dengan</a:t>
                      </a:r>
                      <a:r>
                        <a:rPr lang="en-US" sz="2400" dirty="0"/>
                        <a:t> 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Kurang </a:t>
                      </a:r>
                      <a:r>
                        <a:rPr lang="en-US" sz="2400" dirty="0" err="1"/>
                        <a:t>Terkendali</a:t>
                      </a:r>
                      <a:endParaRPr lang="en-US" sz="2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299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2,1 </a:t>
                      </a:r>
                      <a:r>
                        <a:rPr lang="en-US" sz="2400" dirty="0" err="1"/>
                        <a:t>sampai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dengan</a:t>
                      </a:r>
                      <a:r>
                        <a:rPr lang="en-US" sz="2400" dirty="0"/>
                        <a:t> 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Cukup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Terkendali</a:t>
                      </a:r>
                      <a:endParaRPr lang="en-US" sz="2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462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3,1 </a:t>
                      </a:r>
                      <a:r>
                        <a:rPr lang="en-US" sz="2400" dirty="0" err="1"/>
                        <a:t>sampai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dengan</a:t>
                      </a:r>
                      <a:r>
                        <a:rPr lang="en-US" sz="2400" dirty="0"/>
                        <a:t> 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Terkendali</a:t>
                      </a:r>
                      <a:endParaRPr lang="en-US" sz="2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698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4097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C0A14-BA23-C011-4644-76131CEE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5E13E-92F4-33A5-4D36-71D61F70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878"/>
            <a:ext cx="10515600" cy="548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Catatan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Tambahan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Frekuensi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Pertemuan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2115E-D31D-4BD4-B944-2C24F50C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736AE-D950-24E4-07AD-91C18F335296}"/>
              </a:ext>
            </a:extLst>
          </p:cNvPr>
          <p:cNvSpPr txBox="1"/>
          <p:nvPr/>
        </p:nvSpPr>
        <p:spPr>
          <a:xfrm>
            <a:off x="413887" y="863981"/>
            <a:ext cx="1167533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Catatan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Tambahan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Frekuensi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Bila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diperlukan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selain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rapat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antara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 dan Lini 2,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dapat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 dan Lini 2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 request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walaupun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masih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kurang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dari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1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Demikian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juga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1, Lini 2, dan Lini 3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dapat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sebelum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pertemuan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rutin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bulanan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ataupun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Triwulan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 request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Tugas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3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sebagai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quality assurance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memberikan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judgement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tingkat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risiko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di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semua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entitas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Lini 1,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termasuk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mitigasi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yang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harus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dilakukan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dilaporkan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kepada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Kepala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Otorita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IKN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2438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CC08F-29D7-3FAD-9F90-5F27CE0BF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750F-84B8-3375-64F1-7DD64AC71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Lembar Mutu …  (Misal KPA </a:t>
            </a:r>
            <a:r>
              <a:rPr lang="en-US" sz="32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Satker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…) :</a:t>
            </a:r>
            <a:b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Periode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Bulan… (Misal Oktober 2026)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AF50D-0A78-907D-7E8F-8C6D7457B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75EAD-736D-3232-4527-C03886AE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B2CBF-EA32-41A8-A63E-76B41839A5E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EFD494-E7A3-99E2-6F76-480FB20A6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464585"/>
              </p:ext>
            </p:extLst>
          </p:nvPr>
        </p:nvGraphicFramePr>
        <p:xfrm>
          <a:off x="0" y="1265611"/>
          <a:ext cx="12192001" cy="5568918"/>
        </p:xfrm>
        <a:graphic>
          <a:graphicData uri="http://schemas.openxmlformats.org/drawingml/2006/table">
            <a:tbl>
              <a:tblPr firstRow="1" bandRow="1"/>
              <a:tblGrid>
                <a:gridCol w="1577638">
                  <a:extLst>
                    <a:ext uri="{9D8B030D-6E8A-4147-A177-3AD203B41FA5}">
                      <a16:colId xmlns:a16="http://schemas.microsoft.com/office/drawing/2014/main" val="3624268396"/>
                    </a:ext>
                  </a:extLst>
                </a:gridCol>
                <a:gridCol w="1659725">
                  <a:extLst>
                    <a:ext uri="{9D8B030D-6E8A-4147-A177-3AD203B41FA5}">
                      <a16:colId xmlns:a16="http://schemas.microsoft.com/office/drawing/2014/main" val="439429791"/>
                    </a:ext>
                  </a:extLst>
                </a:gridCol>
                <a:gridCol w="2371700">
                  <a:extLst>
                    <a:ext uri="{9D8B030D-6E8A-4147-A177-3AD203B41FA5}">
                      <a16:colId xmlns:a16="http://schemas.microsoft.com/office/drawing/2014/main" val="2992238329"/>
                    </a:ext>
                  </a:extLst>
                </a:gridCol>
                <a:gridCol w="2629272">
                  <a:extLst>
                    <a:ext uri="{9D8B030D-6E8A-4147-A177-3AD203B41FA5}">
                      <a16:colId xmlns:a16="http://schemas.microsoft.com/office/drawing/2014/main" val="1946667340"/>
                    </a:ext>
                  </a:extLst>
                </a:gridCol>
                <a:gridCol w="3953666">
                  <a:extLst>
                    <a:ext uri="{9D8B030D-6E8A-4147-A177-3AD203B41FA5}">
                      <a16:colId xmlns:a16="http://schemas.microsoft.com/office/drawing/2014/main" val="1709728886"/>
                    </a:ext>
                  </a:extLst>
                </a:gridCol>
              </a:tblGrid>
              <a:tr h="393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Nama 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fi-FI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..........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i-FI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i-FI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i-FI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114416"/>
                  </a:ext>
                </a:extLst>
              </a:tr>
              <a:tr h="2512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dan </a:t>
                      </a:r>
                      <a:r>
                        <a:rPr lang="en-US" sz="20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20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Kegiatan</a:t>
                      </a:r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</a:t>
                      </a:r>
                    </a:p>
                    <a:p>
                      <a:pPr marL="0" lvl="0" indent="0">
                        <a:buFont typeface="+mj-lt"/>
                        <a:buNone/>
                      </a:pPr>
                      <a:r>
                        <a:rPr lang="en-US" sz="200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……….</a:t>
                      </a:r>
                    </a:p>
                    <a:p>
                      <a:pPr marL="0" lvl="0" indent="0">
                        <a:buFont typeface="+mj-lt"/>
                        <a:buNone/>
                      </a:pPr>
                      <a:endParaRPr lang="en-US" sz="2000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r>
                        <a:rPr lang="en-US" sz="20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:</a:t>
                      </a:r>
                    </a:p>
                    <a:p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……….</a:t>
                      </a:r>
                    </a:p>
                    <a:p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 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..........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61374"/>
                  </a:ext>
                </a:extLst>
              </a:tr>
              <a:tr h="696163"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Assessment</a:t>
                      </a:r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0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berjalan</a:t>
                      </a:r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Jenis Risiko</a:t>
                      </a:r>
                    </a:p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Skor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Predikat</a:t>
                      </a:r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Keterangan</a:t>
                      </a:r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29362"/>
                  </a:ext>
                </a:extLst>
              </a:tr>
              <a:tr h="696163">
                <a:tc vMerge="1">
                  <a:txBody>
                    <a:bodyPr/>
                    <a:lstStyle/>
                    <a:p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Kinerja </a:t>
                      </a:r>
                      <a:r>
                        <a:rPr lang="en-US" sz="2000" b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Anggaran</a:t>
                      </a:r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023276"/>
                  </a:ext>
                </a:extLst>
              </a:tr>
              <a:tr h="696163">
                <a:tc vMerge="1">
                  <a:txBody>
                    <a:bodyPr/>
                    <a:lstStyle/>
                    <a:p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Non-Compliance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325638"/>
                  </a:ext>
                </a:extLst>
              </a:tr>
              <a:tr h="539718">
                <a:tc vMerge="1">
                  <a:txBody>
                    <a:bodyPr/>
                    <a:lstStyle/>
                    <a:p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Fraud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250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9480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8A1B-6E6B-EB5A-887E-4813FF90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21151E-CB7C-C88A-7B41-26FB50928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28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36927F-6716-6646-C725-8BB0EB6494B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04127" cy="70334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Screenshoot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Risiko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yang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disiapkan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oleh Programmer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Direktorat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DKB dan Biro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Keuangan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, BMN, ADP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(LEMBAR UTAMA)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7A38D2-B7ED-7806-47C4-34CC86D162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096A3-EB82-AFAD-AA2C-F81FBFF97A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3"/>
          <a:stretch>
            <a:fillRect/>
          </a:stretch>
        </p:blipFill>
        <p:spPr>
          <a:xfrm>
            <a:off x="1128131" y="1105483"/>
            <a:ext cx="9935738" cy="56153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10591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F76A1-BB56-C757-CEE2-D1F0304B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00BF72-FD59-3EC3-9E27-1B701841D549}"/>
              </a:ext>
            </a:extLst>
          </p:cNvPr>
          <p:cNvSpPr/>
          <p:nvPr/>
        </p:nvSpPr>
        <p:spPr>
          <a:xfrm>
            <a:off x="0" y="0"/>
            <a:ext cx="12192000" cy="10036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7F3B0-9D49-B895-85F7-38EA5C51BA2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04127" cy="70334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Screenshoot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Risiko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yang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disiapkan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oleh Programmer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Direktorat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DKB dan Biro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Keuangan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, BMN, ADP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(REGISTER RISIKO)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8EA908-A75F-26A7-0DCA-80F8C9E072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3688F-0697-105A-C6CC-BA0A2B8CB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9"/>
          <a:stretch>
            <a:fillRect/>
          </a:stretch>
        </p:blipFill>
        <p:spPr>
          <a:xfrm>
            <a:off x="1037063" y="1062250"/>
            <a:ext cx="9980342" cy="56585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90432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B291-EBD8-63AE-8EBD-AAEEDBD4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0DC1A8-D9D8-75A2-BDBD-3BF2B087AFF6}"/>
              </a:ext>
            </a:extLst>
          </p:cNvPr>
          <p:cNvSpPr/>
          <p:nvPr/>
        </p:nvSpPr>
        <p:spPr>
          <a:xfrm>
            <a:off x="0" y="0"/>
            <a:ext cx="12192000" cy="10036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C9AFD-75EA-558F-F63D-8979F7E9468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04127" cy="70334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Screenshoot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Risiko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yang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disiapkan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oleh Programmer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Direktorat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DKB dan Biro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Keuangan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, BMN, ADP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(REGISTER RISIKO)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FD7DD-52B5-FF7B-94BC-2ED4781699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92CA1-EEAF-AB16-CE29-4F687EDFD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1"/>
          <a:stretch>
            <a:fillRect/>
          </a:stretch>
        </p:blipFill>
        <p:spPr>
          <a:xfrm>
            <a:off x="959005" y="1047855"/>
            <a:ext cx="10023755" cy="56729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07109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61E5-C4D1-F033-282A-A7CCE57CE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A78CF0-CF0E-2D0A-69F3-7E989D1E9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28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6783BF-DB1E-DC55-5C86-9D93A00819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04127" cy="70334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Screenshoot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Risiko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yang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disiapkan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oleh Programmer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Direktorat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DKB dan Biro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Keuangan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, BMN, ADP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(LEMBAR KOMUNIKASI TIGA LINI)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026527-81EE-A54A-10E4-D6764D1672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5B085-6F89-50B4-C231-76334E51E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0"/>
          <a:stretch>
            <a:fillRect/>
          </a:stretch>
        </p:blipFill>
        <p:spPr>
          <a:xfrm>
            <a:off x="936262" y="1056789"/>
            <a:ext cx="9991933" cy="56640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37396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2712-2155-5B30-B065-22EE8D45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16343A-82E9-A712-553C-50FAC6E79E17}"/>
              </a:ext>
            </a:extLst>
          </p:cNvPr>
          <p:cNvSpPr/>
          <p:nvPr/>
        </p:nvSpPr>
        <p:spPr>
          <a:xfrm>
            <a:off x="0" y="0"/>
            <a:ext cx="12192000" cy="10036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64DC3-3C08-3EE0-7A02-C8ACEC9791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04127" cy="70334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Screenshoot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Risiko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yang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disiapkan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oleh Programmer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Direktorat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 DKB dan Biro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Keuangan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, BMN, ADP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(LEMBAR KOMUNIKASI TIGA LINI)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C0EBA-37E8-F1FA-2301-AF52FD93B2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E67F01-D31C-77B8-494F-7371F997E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"/>
          <a:stretch>
            <a:fillRect/>
          </a:stretch>
        </p:blipFill>
        <p:spPr>
          <a:xfrm>
            <a:off x="1089770" y="1099933"/>
            <a:ext cx="9924586" cy="56209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40381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0F7317-1D6A-F33D-5262-0CFA57BC8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4"/>
          <a:stretch>
            <a:fillRect/>
          </a:stretch>
        </p:blipFill>
        <p:spPr>
          <a:xfrm>
            <a:off x="0" y="-192506"/>
            <a:ext cx="12192000" cy="705050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8BBAA2-6E16-C80C-1F6D-6744AC24A694}"/>
              </a:ext>
            </a:extLst>
          </p:cNvPr>
          <p:cNvSpPr/>
          <p:nvPr/>
        </p:nvSpPr>
        <p:spPr>
          <a:xfrm>
            <a:off x="7748337" y="5692842"/>
            <a:ext cx="4316284" cy="953618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90FF69-DBA7-0E21-5865-7B81131ECE47}"/>
              </a:ext>
            </a:extLst>
          </p:cNvPr>
          <p:cNvSpPr txBox="1"/>
          <p:nvPr/>
        </p:nvSpPr>
        <p:spPr>
          <a:xfrm>
            <a:off x="7840639" y="5609071"/>
            <a:ext cx="4094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Terima</a:t>
            </a:r>
            <a:r>
              <a:rPr kumimoji="0" lang="en-US" sz="60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Kasih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61B1A6-1E20-AB64-1683-40794244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2CBF-EA32-41A8-A63E-76B41839A5E8}" type="slidenum">
              <a:rPr lang="en-ID" smtClean="0"/>
              <a:t>80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31189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05F1F8E3CB3F48AB7B43C886D9A2E1" ma:contentTypeVersion="12" ma:contentTypeDescription="Create a new document." ma:contentTypeScope="" ma:versionID="aa2ff41478c524bb38b6f3ce2976c726">
  <xsd:schema xmlns:xsd="http://www.w3.org/2001/XMLSchema" xmlns:xs="http://www.w3.org/2001/XMLSchema" xmlns:p="http://schemas.microsoft.com/office/2006/metadata/properties" xmlns:ns2="8f9836ee-bf6a-4ae4-b005-009494a0f8c6" xmlns:ns3="8099a2f4-3662-4fd6-8d84-e81a8d98f979" targetNamespace="http://schemas.microsoft.com/office/2006/metadata/properties" ma:root="true" ma:fieldsID="5db78fd4e4c89cd4b8b2c9ba22bf626f" ns2:_="" ns3:_="">
    <xsd:import namespace="8f9836ee-bf6a-4ae4-b005-009494a0f8c6"/>
    <xsd:import namespace="8099a2f4-3662-4fd6-8d84-e81a8d98f9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9836ee-bf6a-4ae4-b005-009494a0f8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5b00bae-eb98-4cc4-99d0-75412975b3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99a2f4-3662-4fd6-8d84-e81a8d98f97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45d2704-517a-4c10-a58a-3fc6bdfa53e4}" ma:internalName="TaxCatchAll" ma:showField="CatchAllData" ma:web="8099a2f4-3662-4fd6-8d84-e81a8d98f9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9836ee-bf6a-4ae4-b005-009494a0f8c6">
      <Terms xmlns="http://schemas.microsoft.com/office/infopath/2007/PartnerControls"/>
    </lcf76f155ced4ddcb4097134ff3c332f>
    <TaxCatchAll xmlns="8099a2f4-3662-4fd6-8d84-e81a8d98f979" xsi:nil="true"/>
  </documentManagement>
</p:properties>
</file>

<file path=customXml/itemProps1.xml><?xml version="1.0" encoding="utf-8"?>
<ds:datastoreItem xmlns:ds="http://schemas.openxmlformats.org/officeDocument/2006/customXml" ds:itemID="{06B71E2E-4ADF-4BE8-B7A4-EECEEAA58920}">
  <ds:schemaRefs>
    <ds:schemaRef ds:uri="8099a2f4-3662-4fd6-8d84-e81a8d98f979"/>
    <ds:schemaRef ds:uri="8f9836ee-bf6a-4ae4-b005-009494a0f8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C9972AC-3FB0-43B5-ACF9-F87D95EEF3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9F78C3-7B0C-430E-BCCF-891B01087D3B}">
  <ds:schemaRefs>
    <ds:schemaRef ds:uri="8099a2f4-3662-4fd6-8d84-e81a8d98f979"/>
    <ds:schemaRef ds:uri="8f9836ee-bf6a-4ae4-b005-009494a0f8c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18763</TotalTime>
  <Words>10281</Words>
  <Application>Microsoft Office PowerPoint</Application>
  <PresentationFormat>Widescreen</PresentationFormat>
  <Paragraphs>2284</Paragraphs>
  <Slides>80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80</vt:i4>
      </vt:variant>
    </vt:vector>
  </HeadingPairs>
  <TitlesOfParts>
    <vt:vector size="90" baseType="lpstr">
      <vt:lpstr>Aptos</vt:lpstr>
      <vt:lpstr>Arial</vt:lpstr>
      <vt:lpstr>Calibri</vt:lpstr>
      <vt:lpstr>Calibri Light</vt:lpstr>
      <vt:lpstr>Segoe UI</vt:lpstr>
      <vt:lpstr>Tahoma</vt:lpstr>
      <vt:lpstr>Wingdings</vt:lpstr>
      <vt:lpstr>1_Office Theme</vt:lpstr>
      <vt:lpstr>2_Office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CONTOH RISIKO DAN MITIGASINYA UNTUK LINI PERTAMA PENYELENGGARAAN ANGGARAN OIKN </vt:lpstr>
      <vt:lpstr> PEMILIK RISIKO : KPA/SATKER (MISAL KPA/SATKER ...)  DATA UMUM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CONTOH RISIKO DAN MITIGASINYA UNTUK LINI PERTAMA PENYELENGGARAAN ANGGARAN OIKN </vt:lpstr>
      <vt:lpstr> PEMILIK RISIKO : PPK (MISAL PPK ...)  DATA UMUM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CONTOH RISIKO DAN MITIGASINYA UNTUK LINI PERTAMA PENYELENGGARAAN ANGGARAN OIKN </vt:lpstr>
      <vt:lpstr> PEMILIK RISIKO : POKJA PEMILIHAN  DATA UMUM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CONTOH RISIKO DAN MITIGASINYA UNTUK LINI PERTAMA PENYELENGGARAAN ANGGARAN OIKN </vt:lpstr>
      <vt:lpstr> PEMILIK RISIKO : PEJABAT PENGADAAN  DATA UMUM </vt:lpstr>
      <vt:lpstr>PowerPoint Presentation</vt:lpstr>
      <vt:lpstr>PowerPoint Presentation</vt:lpstr>
      <vt:lpstr>PowerPoint Presentation</vt:lpstr>
      <vt:lpstr>Panduan Media Komunikasi Tiga Lini </vt:lpstr>
      <vt:lpstr>Panduan Media Komunikasi Tiga Lini </vt:lpstr>
      <vt:lpstr>Panduan Media Komunikasi Tiga Lini </vt:lpstr>
      <vt:lpstr>Panduan Media Komunikasi Tiga Lini </vt:lpstr>
      <vt:lpstr>PANDUAN SKORING DAN SELF-ASSESSMENT UNTUK MODEL TIGA LINI</vt:lpstr>
      <vt:lpstr>Catatan Tambahan (Frekuensi Pertemuan)</vt:lpstr>
      <vt:lpstr>Lembar Mutu …  (Misal KPA Satker…) : Periode : Bulan… (Misal Oktober 2026)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ikn</dc:creator>
  <cp:lastModifiedBy>office ikn</cp:lastModifiedBy>
  <cp:revision>125</cp:revision>
  <dcterms:created xsi:type="dcterms:W3CDTF">2026-05-22T23:47:55Z</dcterms:created>
  <dcterms:modified xsi:type="dcterms:W3CDTF">2026-10-08T11:00:51Z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0x0101001A05F1F8E3CB3F48AB7B43C886D9A2E1</vt:lpwstr>
  </property>
  <property fmtid="{D5CDD505-2E9C-101B-9397-08002B2CF9AE}" pid="3" name="MediaServiceImageTags">
    <vt:lpwstr/>
  </property>
</Properties>
</file>